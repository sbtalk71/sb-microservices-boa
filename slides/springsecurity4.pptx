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52" r:id="rId13"/>
    <p:sldId id="35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8" r:id="rId95"/>
    <p:sldId id="349" r:id="rId96"/>
    <p:sldId id="350" r:id="rId9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>
                <a:solidFill>
                  <a:srgbClr val="2A00FF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0550" y="1280160"/>
            <a:ext cx="855345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1387" y="357378"/>
            <a:ext cx="7761224" cy="691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267" y="1540631"/>
            <a:ext cx="8173465" cy="434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>
                <a:solidFill>
                  <a:srgbClr val="2A00FF"/>
                </a:solidFill>
                <a:latin typeface="Courier New"/>
                <a:cs typeface="Courier New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15283" y="6315354"/>
            <a:ext cx="2037714" cy="229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>
                <a:solidFill>
                  <a:srgbClr val="3D3C2C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ringframework.org/schema/security" TargetMode="External"/><Relationship Id="rId2" Type="http://schemas.openxmlformats.org/officeDocument/2006/relationships/hyperlink" Target="http://www.springframework.org/schema/bea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pringframework.org/schema/security/spring-security-3.0.xsd" TargetMode="External"/><Relationship Id="rId5" Type="http://schemas.openxmlformats.org/officeDocument/2006/relationships/hyperlink" Target="http://www.springframework.org/schema/beans/spring-beans-3.0.xsd" TargetMode="External"/><Relationship Id="rId4" Type="http://schemas.openxmlformats.org/officeDocument/2006/relationships/hyperlink" Target="http://www.w3.org/2001/XMLSchema-instanc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pringframework.org/security/tags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pringframework.org/security/tags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pringframework.org/security/tags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pringframework.org/security/tags" TargetMode="Externa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://static.springsource.org/spring-security/site/articles.html" TargetMode="External"/><Relationship Id="rId2" Type="http://schemas.openxmlformats.org/officeDocument/2006/relationships/hyperlink" Target="http://static.springsource.org/spring-security/site/feat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efcardz.dzone.com/refcardz/expression-based-authorization" TargetMode="External"/><Relationship Id="rId5" Type="http://schemas.openxmlformats.org/officeDocument/2006/relationships/hyperlink" Target="http://blog.springsource.com/category/security/" TargetMode="External"/><Relationship Id="rId4" Type="http://schemas.openxmlformats.org/officeDocument/2006/relationships/hyperlink" Target="http://static.springsource.org/spring-security/site/docs/3.0.x/reference/springsecurity.html" TargetMode="Externa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46" y="205435"/>
            <a:ext cx="9144000" cy="5971540"/>
          </a:xfrm>
          <a:custGeom>
            <a:avLst/>
            <a:gdLst/>
            <a:ahLst/>
            <a:cxnLst/>
            <a:rect l="l" t="t" r="r" b="b"/>
            <a:pathLst>
              <a:path w="9144000" h="5971540">
                <a:moveTo>
                  <a:pt x="0" y="5971031"/>
                </a:moveTo>
                <a:lnTo>
                  <a:pt x="9144000" y="5971031"/>
                </a:lnTo>
                <a:lnTo>
                  <a:pt x="9144000" y="0"/>
                </a:lnTo>
                <a:lnTo>
                  <a:pt x="0" y="0"/>
                </a:lnTo>
                <a:lnTo>
                  <a:pt x="0" y="5971031"/>
                </a:lnTo>
                <a:close/>
              </a:path>
            </a:pathLst>
          </a:custGeom>
          <a:solidFill>
            <a:srgbClr val="3D3C2C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971032"/>
            <a:ext cx="9144000" cy="887094"/>
          </a:xfrm>
          <a:custGeom>
            <a:avLst/>
            <a:gdLst/>
            <a:ahLst/>
            <a:cxnLst/>
            <a:rect l="l" t="t" r="r" b="b"/>
            <a:pathLst>
              <a:path w="9144000" h="887095">
                <a:moveTo>
                  <a:pt x="0" y="886968"/>
                </a:moveTo>
                <a:lnTo>
                  <a:pt x="9144000" y="886968"/>
                </a:lnTo>
                <a:lnTo>
                  <a:pt x="9144000" y="0"/>
                </a:lnTo>
                <a:lnTo>
                  <a:pt x="0" y="0"/>
                </a:lnTo>
                <a:lnTo>
                  <a:pt x="0" y="8869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0" y="713232"/>
                </a:moveTo>
                <a:lnTo>
                  <a:pt x="2240280" y="713232"/>
                </a:lnTo>
                <a:lnTo>
                  <a:pt x="2240280" y="0"/>
                </a:lnTo>
                <a:lnTo>
                  <a:pt x="0" y="0"/>
                </a:lnTo>
                <a:lnTo>
                  <a:pt x="0" y="713232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0" y="713231"/>
                </a:moveTo>
                <a:lnTo>
                  <a:pt x="6784848" y="713231"/>
                </a:lnTo>
                <a:lnTo>
                  <a:pt x="6784848" y="0"/>
                </a:lnTo>
                <a:lnTo>
                  <a:pt x="0" y="0"/>
                </a:lnTo>
                <a:lnTo>
                  <a:pt x="0" y="713231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9200" y="2396718"/>
            <a:ext cx="5899811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4400" dirty="0">
                <a:solidFill>
                  <a:srgbClr val="C9F178"/>
                </a:solidFill>
                <a:latin typeface="Tw Cen MT"/>
                <a:cs typeface="Tw Cen MT"/>
              </a:rPr>
              <a:t>Spring </a:t>
            </a:r>
            <a:r>
              <a:rPr lang="en-IN" sz="4400" spc="-35" dirty="0">
                <a:solidFill>
                  <a:srgbClr val="C9F178"/>
                </a:solidFill>
                <a:latin typeface="Tw Cen MT"/>
                <a:cs typeface="Tw Cen MT"/>
              </a:rPr>
              <a:t>Security </a:t>
            </a:r>
            <a:r>
              <a:rPr sz="4400" dirty="0">
                <a:solidFill>
                  <a:srgbClr val="C9F178"/>
                </a:solidFill>
                <a:latin typeface="Tw Cen MT"/>
                <a:cs typeface="Tw Cen MT"/>
              </a:rPr>
              <a:t>FRAME</a:t>
            </a:r>
            <a:r>
              <a:rPr sz="4400" spc="-75" dirty="0">
                <a:solidFill>
                  <a:srgbClr val="C9F178"/>
                </a:solidFill>
                <a:latin typeface="Tw Cen MT"/>
                <a:cs typeface="Tw Cen MT"/>
              </a:rPr>
              <a:t>W</a:t>
            </a:r>
            <a:r>
              <a:rPr sz="4400" dirty="0">
                <a:solidFill>
                  <a:srgbClr val="C9F178"/>
                </a:solidFill>
                <a:latin typeface="Tw Cen MT"/>
                <a:cs typeface="Tw Cen MT"/>
              </a:rPr>
              <a:t>ORK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0800" y="5987034"/>
            <a:ext cx="324561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Tw Cen MT"/>
                <a:cs typeface="Tw Cen MT"/>
              </a:rPr>
              <a:t>Spring</a:t>
            </a:r>
            <a:r>
              <a:rPr sz="2600" spc="-1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600" dirty="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r>
              <a:rPr sz="2600" spc="5" dirty="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r>
              <a:rPr sz="2600" dirty="0">
                <a:solidFill>
                  <a:srgbClr val="FFFFFF"/>
                </a:solidFill>
                <a:latin typeface="Tw Cen MT"/>
                <a:cs typeface="Tw Cen MT"/>
              </a:rPr>
              <a:t>c</a:t>
            </a:r>
            <a:r>
              <a:rPr sz="2600" spc="-10" dirty="0">
                <a:solidFill>
                  <a:srgbClr val="FFFFFF"/>
                </a:solidFill>
                <a:latin typeface="Tw Cen MT"/>
                <a:cs typeface="Tw Cen MT"/>
              </a:rPr>
              <a:t>u</a:t>
            </a:r>
            <a:r>
              <a:rPr sz="2600" dirty="0">
                <a:solidFill>
                  <a:srgbClr val="FFFFFF"/>
                </a:solidFill>
                <a:latin typeface="Tw Cen MT"/>
                <a:cs typeface="Tw Cen MT"/>
              </a:rPr>
              <a:t>rity</a:t>
            </a:r>
            <a:r>
              <a:rPr sz="2600" spc="-3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lang="x-none" sz="2600" dirty="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sz="2600" dirty="0">
                <a:solidFill>
                  <a:srgbClr val="FFFFFF"/>
                </a:solidFill>
                <a:latin typeface="Tw Cen MT"/>
                <a:cs typeface="Tw Cen MT"/>
              </a:rPr>
              <a:t>.0</a:t>
            </a:r>
            <a:endParaRPr sz="2600" dirty="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6410" y="302259"/>
            <a:ext cx="269798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Spring</a:t>
            </a:r>
            <a:r>
              <a:rPr sz="1400" spc="-25" dirty="0">
                <a:solidFill>
                  <a:srgbClr val="EEF5E7"/>
                </a:solidFill>
                <a:latin typeface="Tw Cen MT"/>
                <a:cs typeface="Tw Cen MT"/>
              </a:rPr>
              <a:t> </a:t>
            </a:r>
            <a:r>
              <a:rPr sz="1400" spc="-20" dirty="0">
                <a:solidFill>
                  <a:srgbClr val="EEF5E7"/>
                </a:solidFill>
                <a:latin typeface="Tw Cen MT"/>
                <a:cs typeface="Tw Cen MT"/>
              </a:rPr>
              <a:t>F</a:t>
            </a:r>
            <a:r>
              <a:rPr sz="1400" spc="-15" dirty="0">
                <a:solidFill>
                  <a:srgbClr val="EEF5E7"/>
                </a:solidFill>
                <a:latin typeface="Tw Cen MT"/>
                <a:cs typeface="Tw Cen MT"/>
              </a:rPr>
              <a:t>r</a:t>
            </a: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am</a:t>
            </a:r>
            <a:r>
              <a:rPr sz="1400" spc="-20" dirty="0">
                <a:solidFill>
                  <a:srgbClr val="EEF5E7"/>
                </a:solidFill>
                <a:latin typeface="Tw Cen MT"/>
                <a:cs typeface="Tw Cen MT"/>
              </a:rPr>
              <a:t>e</a:t>
            </a:r>
            <a:r>
              <a:rPr sz="1400" spc="-25" dirty="0">
                <a:solidFill>
                  <a:srgbClr val="EEF5E7"/>
                </a:solidFill>
                <a:latin typeface="Tw Cen MT"/>
                <a:cs typeface="Tw Cen MT"/>
              </a:rPr>
              <a:t>w</a:t>
            </a: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o</a:t>
            </a:r>
            <a:r>
              <a:rPr sz="1400" spc="20" dirty="0">
                <a:solidFill>
                  <a:srgbClr val="EEF5E7"/>
                </a:solidFill>
                <a:latin typeface="Tw Cen MT"/>
                <a:cs typeface="Tw Cen MT"/>
              </a:rPr>
              <a:t>r</a:t>
            </a: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k</a:t>
            </a:r>
            <a:r>
              <a:rPr sz="1400" spc="-25" dirty="0">
                <a:solidFill>
                  <a:srgbClr val="EEF5E7"/>
                </a:solidFill>
                <a:latin typeface="Tw Cen MT"/>
                <a:cs typeface="Tw Cen MT"/>
              </a:rPr>
              <a:t> </a:t>
            </a: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-</a:t>
            </a:r>
            <a:r>
              <a:rPr sz="1400" spc="-5" dirty="0">
                <a:solidFill>
                  <a:srgbClr val="EEF5E7"/>
                </a:solidFill>
                <a:latin typeface="Tw Cen MT"/>
                <a:cs typeface="Tw Cen MT"/>
              </a:rPr>
              <a:t> </a:t>
            </a:r>
            <a:r>
              <a:rPr sz="1400" dirty="0">
                <a:solidFill>
                  <a:srgbClr val="EEF5E7"/>
                </a:solidFill>
                <a:latin typeface="Tw Cen MT"/>
                <a:cs typeface="Tw Cen MT"/>
              </a:rPr>
              <a:t>Security</a:t>
            </a:r>
            <a:endParaRPr sz="1400" dirty="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Appl</a:t>
            </a:r>
            <a:r>
              <a:rPr spc="-20" dirty="0"/>
              <a:t>i</a:t>
            </a:r>
            <a:r>
              <a:rPr dirty="0"/>
              <a:t>ca</a:t>
            </a:r>
            <a:r>
              <a:rPr spc="-20" dirty="0"/>
              <a:t>t</a:t>
            </a:r>
            <a:r>
              <a:rPr spc="-5" dirty="0"/>
              <a:t>io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secur</a:t>
            </a:r>
            <a:r>
              <a:rPr spc="-15" dirty="0"/>
              <a:t>i</a:t>
            </a:r>
            <a:r>
              <a:rPr dirty="0"/>
              <a:t>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853680" cy="134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marR="635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Security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s ar</a:t>
            </a:r>
            <a:r>
              <a:rPr sz="2900" spc="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ua</a:t>
            </a: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spc="-5" dirty="0">
                <a:latin typeface="Tw Cen MT"/>
                <a:cs typeface="Tw Cen MT"/>
              </a:rPr>
              <a:t>l</a:t>
            </a:r>
            <a:r>
              <a:rPr sz="2900" dirty="0">
                <a:latin typeface="Tw Cen MT"/>
                <a:cs typeface="Tw Cen MT"/>
              </a:rPr>
              <a:t>y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one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of</a:t>
            </a:r>
            <a:r>
              <a:rPr sz="2900" spc="7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the most critical ar</a:t>
            </a:r>
            <a:r>
              <a:rPr sz="2900" spc="120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hitectu</a:t>
            </a:r>
            <a:r>
              <a:rPr sz="2900" spc="-3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al</a:t>
            </a:r>
            <a:r>
              <a:rPr sz="2900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compone</a:t>
            </a:r>
            <a:r>
              <a:rPr sz="2900" spc="-15" dirty="0">
                <a:latin typeface="Tw Cen MT"/>
                <a:cs typeface="Tw Cen MT"/>
              </a:rPr>
              <a:t>n</a:t>
            </a:r>
            <a:r>
              <a:rPr sz="2900" dirty="0">
                <a:latin typeface="Tw Cen MT"/>
                <a:cs typeface="Tw Cen MT"/>
              </a:rPr>
              <a:t>ts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of</a:t>
            </a:r>
            <a:r>
              <a:rPr sz="2900" spc="8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-85" dirty="0">
                <a:latin typeface="Tw Cen MT"/>
                <a:cs typeface="Tw Cen MT"/>
              </a:rPr>
              <a:t>n</a:t>
            </a:r>
            <a:r>
              <a:rPr sz="2900" dirty="0">
                <a:latin typeface="Tw Cen MT"/>
                <a:cs typeface="Tw Cen MT"/>
              </a:rPr>
              <a:t>y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ap</a:t>
            </a:r>
            <a:r>
              <a:rPr sz="2900" spc="5" dirty="0">
                <a:latin typeface="Tw Cen MT"/>
                <a:cs typeface="Tw Cen MT"/>
              </a:rPr>
              <a:t>p</a:t>
            </a:r>
            <a:r>
              <a:rPr sz="2900" spc="-5" dirty="0">
                <a:latin typeface="Tw Cen MT"/>
                <a:cs typeface="Tw Cen MT"/>
              </a:rPr>
              <a:t>licatio</a:t>
            </a:r>
            <a:r>
              <a:rPr sz="2900" dirty="0">
                <a:latin typeface="Tw Cen MT"/>
                <a:cs typeface="Tw Cen MT"/>
              </a:rPr>
              <a:t>n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written 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n the 21</a:t>
            </a:r>
            <a:r>
              <a:rPr sz="2900" spc="10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t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century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What</a:t>
            </a:r>
            <a:r>
              <a:rPr spc="-20" dirty="0"/>
              <a:t> </a:t>
            </a:r>
            <a:r>
              <a:rPr spc="-5" dirty="0"/>
              <a:t>i</a:t>
            </a:r>
            <a:r>
              <a:rPr dirty="0"/>
              <a:t>s Sp</a:t>
            </a:r>
            <a:r>
              <a:rPr spc="-15" dirty="0"/>
              <a:t>r</a:t>
            </a:r>
            <a:r>
              <a:rPr spc="-5" dirty="0"/>
              <a:t>in</a:t>
            </a:r>
            <a:r>
              <a:rPr dirty="0"/>
              <a:t>g</a:t>
            </a:r>
            <a:r>
              <a:rPr spc="-20" dirty="0"/>
              <a:t> </a:t>
            </a: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682230" cy="2407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</a:t>
            </a:r>
            <a:r>
              <a:rPr sz="2900" spc="-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</a:t>
            </a:r>
            <a:r>
              <a:rPr sz="2900" spc="-80" dirty="0">
                <a:latin typeface="Tw Cen MT"/>
                <a:cs typeface="Tw Cen MT"/>
              </a:rPr>
              <a:t>o</a:t>
            </a:r>
            <a:r>
              <a:rPr sz="2900" spc="-65" dirty="0">
                <a:latin typeface="Tw Cen MT"/>
                <a:cs typeface="Tw Cen MT"/>
              </a:rPr>
              <a:t>w</a:t>
            </a:r>
            <a:r>
              <a:rPr sz="2900" dirty="0">
                <a:latin typeface="Tw Cen MT"/>
                <a:cs typeface="Tw Cen MT"/>
              </a:rPr>
              <a:t>er</a:t>
            </a:r>
            <a:r>
              <a:rPr sz="2900" spc="5" dirty="0">
                <a:latin typeface="Tw Cen MT"/>
                <a:cs typeface="Tw Cen MT"/>
              </a:rPr>
              <a:t>f</a:t>
            </a:r>
            <a:r>
              <a:rPr sz="2900" dirty="0">
                <a:latin typeface="Tw Cen MT"/>
                <a:cs typeface="Tw Cen MT"/>
              </a:rPr>
              <a:t>ul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and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highly cu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tomiza</a:t>
            </a: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spc="-5" dirty="0">
                <a:latin typeface="Tw Cen MT"/>
                <a:cs typeface="Tw Cen MT"/>
              </a:rPr>
              <a:t>l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au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hentica</a:t>
            </a:r>
            <a:r>
              <a:rPr sz="2900" spc="10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ion</a:t>
            </a:r>
            <a:endParaRPr sz="2900">
              <a:latin typeface="Tw Cen MT"/>
              <a:cs typeface="Tw Cen MT"/>
            </a:endParaRPr>
          </a:p>
          <a:p>
            <a:pPr marL="332740">
              <a:lnSpc>
                <a:spcPct val="100000"/>
              </a:lnSpc>
            </a:pPr>
            <a:r>
              <a:rPr sz="2900" dirty="0">
                <a:latin typeface="Tw Cen MT"/>
                <a:cs typeface="Tw Cen MT"/>
              </a:rPr>
              <a:t>and acces</a:t>
            </a:r>
            <a:r>
              <a:rPr sz="2900" spc="-5" dirty="0">
                <a:latin typeface="Tw Cen MT"/>
                <a:cs typeface="Tw Cen MT"/>
              </a:rPr>
              <a:t>s</a:t>
            </a:r>
            <a:r>
              <a:rPr sz="2900" spc="-10" dirty="0">
                <a:latin typeface="Tw Cen MT"/>
                <a:cs typeface="Tw Cen MT"/>
              </a:rPr>
              <a:t>-</a:t>
            </a:r>
            <a:r>
              <a:rPr sz="2900" dirty="0">
                <a:latin typeface="Tw Cen MT"/>
                <a:cs typeface="Tw Cen MT"/>
              </a:rPr>
              <a:t>c</a:t>
            </a:r>
            <a:r>
              <a:rPr sz="2900" spc="-20" dirty="0">
                <a:latin typeface="Tw Cen MT"/>
                <a:cs typeface="Tw Cen MT"/>
              </a:rPr>
              <a:t>o</a:t>
            </a:r>
            <a:r>
              <a:rPr sz="2900" dirty="0">
                <a:latin typeface="Tw Cen MT"/>
                <a:cs typeface="Tw Cen MT"/>
              </a:rPr>
              <a:t>nt</a:t>
            </a:r>
            <a:r>
              <a:rPr sz="2900" spc="-55" dirty="0">
                <a:latin typeface="Tw Cen MT"/>
                <a:cs typeface="Tw Cen MT"/>
              </a:rPr>
              <a:t>r</a:t>
            </a:r>
            <a:r>
              <a:rPr sz="2900" spc="-15" dirty="0">
                <a:latin typeface="Tw Cen MT"/>
                <a:cs typeface="Tw Cen MT"/>
              </a:rPr>
              <a:t>o</a:t>
            </a:r>
            <a:r>
              <a:rPr sz="2900" dirty="0">
                <a:latin typeface="Tw Cen MT"/>
                <a:cs typeface="Tw Cen MT"/>
              </a:rPr>
              <a:t>l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f</a:t>
            </a:r>
            <a:r>
              <a:rPr sz="2900" spc="-1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am</a:t>
            </a:r>
            <a:r>
              <a:rPr sz="2900" spc="-65" dirty="0">
                <a:latin typeface="Tw Cen MT"/>
                <a:cs typeface="Tw Cen MT"/>
              </a:rPr>
              <a:t>ew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k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dirty="0">
                <a:latin typeface="Tw Cen MT"/>
                <a:cs typeface="Tw Cen MT"/>
              </a:rPr>
              <a:t>uild on top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of</a:t>
            </a:r>
            <a:r>
              <a:rPr sz="2900" spc="7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Sp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spc="-5" dirty="0">
                <a:latin typeface="Tw Cen MT"/>
                <a:cs typeface="Tw Cen MT"/>
              </a:rPr>
              <a:t>in</a:t>
            </a:r>
            <a:r>
              <a:rPr sz="2900" dirty="0">
                <a:latin typeface="Tw Cen MT"/>
                <a:cs typeface="Tw Cen MT"/>
              </a:rPr>
              <a:t>g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spc="-25" dirty="0">
                <a:latin typeface="Tw Cen MT"/>
                <a:cs typeface="Tw Cen MT"/>
              </a:rPr>
              <a:t>Fr</a:t>
            </a:r>
            <a:r>
              <a:rPr sz="2900" dirty="0">
                <a:latin typeface="Tw Cen MT"/>
                <a:cs typeface="Tw Cen MT"/>
              </a:rPr>
              <a:t>am</a:t>
            </a:r>
            <a:r>
              <a:rPr sz="2900" spc="-60" dirty="0">
                <a:latin typeface="Tw Cen MT"/>
                <a:cs typeface="Tw Cen MT"/>
              </a:rPr>
              <a:t>e</a:t>
            </a:r>
            <a:r>
              <a:rPr sz="2900" spc="-65" dirty="0">
                <a:latin typeface="Tw Cen MT"/>
                <a:cs typeface="Tw Cen MT"/>
              </a:rPr>
              <a:t>w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k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d</a:t>
            </a:r>
            <a:r>
              <a:rPr sz="2900" spc="-5" dirty="0">
                <a:latin typeface="Tw Cen MT"/>
                <a:cs typeface="Tw Cen MT"/>
              </a:rPr>
              <a:t>e</a:t>
            </a:r>
            <a:r>
              <a:rPr sz="2900" spc="5" dirty="0">
                <a:latin typeface="Tw Cen MT"/>
                <a:cs typeface="Tw Cen MT"/>
              </a:rPr>
              <a:t>-</a:t>
            </a:r>
            <a:r>
              <a:rPr sz="2900" dirty="0">
                <a:latin typeface="Tw Cen MT"/>
                <a:cs typeface="Tw Cen MT"/>
              </a:rPr>
              <a:t>f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c</a:t>
            </a:r>
            <a:r>
              <a:rPr sz="2900" spc="-10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an</a:t>
            </a:r>
            <a:r>
              <a:rPr sz="2900" spc="5" dirty="0">
                <a:latin typeface="Tw Cen MT"/>
                <a:cs typeface="Tw Cen MT"/>
              </a:rPr>
              <a:t>d</a:t>
            </a:r>
            <a:r>
              <a:rPr sz="2900" dirty="0">
                <a:latin typeface="Tw Cen MT"/>
                <a:cs typeface="Tw Cen MT"/>
              </a:rPr>
              <a:t>ard</a:t>
            </a:r>
            <a:r>
              <a:rPr sz="2900" spc="-45" dirty="0">
                <a:latin typeface="Tw Cen MT"/>
                <a:cs typeface="Tw Cen MT"/>
              </a:rPr>
              <a:t> </a:t>
            </a:r>
            <a:r>
              <a:rPr sz="2900" spc="-60" dirty="0">
                <a:latin typeface="Tw Cen MT"/>
                <a:cs typeface="Tw Cen MT"/>
              </a:rPr>
              <a:t>f</a:t>
            </a:r>
            <a:r>
              <a:rPr sz="2900" dirty="0">
                <a:latin typeface="Tw Cen MT"/>
                <a:cs typeface="Tw Cen MT"/>
              </a:rPr>
              <a:t>or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securing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Sp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spc="-5" dirty="0">
                <a:latin typeface="Tw Cen MT"/>
                <a:cs typeface="Tw Cen MT"/>
              </a:rPr>
              <a:t>in</a:t>
            </a:r>
            <a:r>
              <a:rPr sz="2900" spc="30" dirty="0">
                <a:latin typeface="Tw Cen MT"/>
                <a:cs typeface="Tw Cen MT"/>
              </a:rPr>
              <a:t>g</a:t>
            </a:r>
            <a:r>
              <a:rPr sz="2900" spc="5" dirty="0">
                <a:latin typeface="Tw Cen MT"/>
                <a:cs typeface="Tw Cen MT"/>
              </a:rPr>
              <a:t>-</a:t>
            </a:r>
            <a:r>
              <a:rPr sz="2900" dirty="0">
                <a:latin typeface="Tw Cen MT"/>
                <a:cs typeface="Tw Cen MT"/>
              </a:rPr>
              <a:t>ba</a:t>
            </a:r>
            <a:r>
              <a:rPr sz="2900" spc="-10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ed</a:t>
            </a:r>
            <a:endParaRPr sz="2900">
              <a:latin typeface="Tw Cen MT"/>
              <a:cs typeface="Tw Cen MT"/>
            </a:endParaRPr>
          </a:p>
          <a:p>
            <a:pPr marL="332740">
              <a:lnSpc>
                <a:spcPct val="100000"/>
              </a:lnSpc>
            </a:pPr>
            <a:r>
              <a:rPr sz="2900" dirty="0">
                <a:latin typeface="Tw Cen MT"/>
                <a:cs typeface="Tw Cen MT"/>
              </a:rPr>
              <a:t>ap</a:t>
            </a:r>
            <a:r>
              <a:rPr sz="2900" spc="5" dirty="0">
                <a:latin typeface="Tw Cen MT"/>
                <a:cs typeface="Tw Cen MT"/>
              </a:rPr>
              <a:t>p</a:t>
            </a:r>
            <a:r>
              <a:rPr sz="2900" spc="-5" dirty="0">
                <a:latin typeface="Tw Cen MT"/>
                <a:cs typeface="Tw Cen MT"/>
              </a:rPr>
              <a:t>lications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Fundame</a:t>
            </a:r>
            <a:r>
              <a:rPr spc="15" dirty="0"/>
              <a:t>n</a:t>
            </a:r>
            <a:r>
              <a:rPr dirty="0"/>
              <a:t>ta</a:t>
            </a:r>
            <a:r>
              <a:rPr spc="-20" dirty="0"/>
              <a:t>l</a:t>
            </a:r>
            <a:r>
              <a:rPr dirty="0"/>
              <a:t>s</a:t>
            </a:r>
            <a:r>
              <a:rPr spc="-45" dirty="0"/>
              <a:t> </a:t>
            </a:r>
            <a:r>
              <a:rPr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5003165" cy="294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rincip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l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u</a:t>
            </a:r>
            <a:r>
              <a:rPr sz="2600" dirty="0">
                <a:latin typeface="Tw Cen MT"/>
                <a:cs typeface="Tw Cen MT"/>
              </a:rPr>
              <a:t>ser</a:t>
            </a:r>
            <a:r>
              <a:rPr sz="2600" spc="-2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that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per</a:t>
            </a:r>
            <a:r>
              <a:rPr sz="2600" spc="-55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4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ms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the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action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uthen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ication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confi</a:t>
            </a:r>
            <a:r>
              <a:rPr sz="2600" spc="40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ming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</a:t>
            </a:r>
            <a:r>
              <a:rPr sz="2600" spc="40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uth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of</a:t>
            </a:r>
            <a:r>
              <a:rPr sz="2600" spc="6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c</a:t>
            </a:r>
            <a:r>
              <a:rPr sz="2600" spc="-1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e</a:t>
            </a:r>
            <a:r>
              <a:rPr sz="2600" spc="5" dirty="0">
                <a:latin typeface="Tw Cen MT"/>
                <a:cs typeface="Tw Cen MT"/>
              </a:rPr>
              <a:t>d</a:t>
            </a:r>
            <a:r>
              <a:rPr sz="2600" dirty="0">
                <a:latin typeface="Tw Cen MT"/>
                <a:cs typeface="Tw Cen MT"/>
              </a:rPr>
              <a:t>ent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als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authoriza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ion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d</a:t>
            </a:r>
            <a:r>
              <a:rPr sz="2600" spc="5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fine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ac</a:t>
            </a:r>
            <a:r>
              <a:rPr sz="2600" spc="-10" dirty="0">
                <a:latin typeface="Tw Cen MT"/>
                <a:cs typeface="Tw Cen MT"/>
              </a:rPr>
              <a:t>c</a:t>
            </a:r>
            <a:r>
              <a:rPr sz="2600" dirty="0">
                <a:latin typeface="Tw Cen MT"/>
                <a:cs typeface="Tw Cen MT"/>
              </a:rPr>
              <a:t>ess</a:t>
            </a:r>
            <a:r>
              <a:rPr sz="2600" spc="-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p</a:t>
            </a:r>
            <a:r>
              <a:rPr sz="2600" spc="5" dirty="0">
                <a:latin typeface="Tw Cen MT"/>
                <a:cs typeface="Tw Cen MT"/>
              </a:rPr>
              <a:t>o</a:t>
            </a:r>
            <a:r>
              <a:rPr sz="2600" spc="-5" dirty="0">
                <a:latin typeface="Tw Cen MT"/>
                <a:cs typeface="Tw Cen MT"/>
              </a:rPr>
              <a:t>l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spc="15" dirty="0">
                <a:latin typeface="Tw Cen MT"/>
                <a:cs typeface="Tw Cen MT"/>
              </a:rPr>
              <a:t>c</a:t>
            </a:r>
            <a:r>
              <a:rPr sz="2600" dirty="0">
                <a:latin typeface="Tw Cen MT"/>
                <a:cs typeface="Tw Cen MT"/>
              </a:rPr>
              <a:t>y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spc="-55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or</a:t>
            </a:r>
            <a:r>
              <a:rPr sz="2600" spc="-1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principal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Fundame</a:t>
            </a:r>
            <a:r>
              <a:rPr spc="15" dirty="0"/>
              <a:t>n</a:t>
            </a:r>
            <a:r>
              <a:rPr dirty="0"/>
              <a:t>ta</a:t>
            </a:r>
            <a:r>
              <a:rPr spc="-20" dirty="0"/>
              <a:t>l</a:t>
            </a:r>
            <a:r>
              <a:rPr dirty="0"/>
              <a:t>s</a:t>
            </a:r>
            <a:r>
              <a:rPr spc="-45" dirty="0"/>
              <a:t> </a:t>
            </a:r>
            <a:r>
              <a:rPr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819400" y="6315354"/>
            <a:ext cx="297522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649209" cy="394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400" dirty="0">
                <a:latin typeface="Tw Cen MT"/>
                <a:cs typeface="Tw Cen MT"/>
              </a:rPr>
              <a:t>Authentic</a:t>
            </a:r>
            <a:r>
              <a:rPr sz="2400" spc="5" dirty="0">
                <a:latin typeface="Tw Cen MT"/>
                <a:cs typeface="Tw Cen MT"/>
              </a:rPr>
              <a:t>a</a:t>
            </a:r>
            <a:r>
              <a:rPr sz="2400" dirty="0">
                <a:latin typeface="Tw Cen MT"/>
                <a:cs typeface="Tw Cen MT"/>
              </a:rPr>
              <a:t>tion</a:t>
            </a: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Tw Cen MT"/>
                <a:cs typeface="Tw Cen MT"/>
              </a:rPr>
              <a:t>the</a:t>
            </a:r>
            <a:r>
              <a:rPr sz="2400" spc="-2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principal</a:t>
            </a:r>
            <a:r>
              <a:rPr sz="2400" spc="-30" dirty="0">
                <a:latin typeface="Tw Cen MT"/>
                <a:cs typeface="Tw Cen MT"/>
              </a:rPr>
              <a:t> </a:t>
            </a:r>
            <a:r>
              <a:rPr sz="2400" spc="-5" dirty="0">
                <a:latin typeface="Tw Cen MT"/>
                <a:cs typeface="Tw Cen MT"/>
              </a:rPr>
              <a:t>i</a:t>
            </a:r>
            <a:r>
              <a:rPr sz="2400" dirty="0">
                <a:latin typeface="Tw Cen MT"/>
                <a:cs typeface="Tw Cen MT"/>
              </a:rPr>
              <a:t>n a Spring</a:t>
            </a:r>
            <a:r>
              <a:rPr sz="2400" spc="-3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S</a:t>
            </a:r>
            <a:r>
              <a:rPr sz="2400" spc="5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c</a:t>
            </a:r>
            <a:r>
              <a:rPr sz="2400" spc="-10" dirty="0">
                <a:latin typeface="Tw Cen MT"/>
                <a:cs typeface="Tw Cen MT"/>
              </a:rPr>
              <a:t>u</a:t>
            </a:r>
            <a:r>
              <a:rPr sz="2400" dirty="0">
                <a:latin typeface="Tw Cen MT"/>
                <a:cs typeface="Tw Cen MT"/>
              </a:rPr>
              <a:t>rit</a:t>
            </a:r>
            <a:r>
              <a:rPr sz="2400" spc="10" dirty="0">
                <a:latin typeface="Tw Cen MT"/>
                <a:cs typeface="Tw Cen MT"/>
              </a:rPr>
              <a:t>y</a:t>
            </a:r>
            <a:r>
              <a:rPr sz="2400" spc="-5" dirty="0">
                <a:latin typeface="Tw Cen MT"/>
                <a:cs typeface="Tw Cen MT"/>
              </a:rPr>
              <a:t>-</a:t>
            </a:r>
            <a:r>
              <a:rPr sz="2400" dirty="0">
                <a:latin typeface="Tw Cen MT"/>
                <a:cs typeface="Tw Cen MT"/>
              </a:rPr>
              <a:t>specific</a:t>
            </a:r>
            <a:r>
              <a:rPr sz="2400" spc="-5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manner</a:t>
            </a: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400" dirty="0">
                <a:latin typeface="Tw Cen MT"/>
                <a:cs typeface="Tw Cen MT"/>
              </a:rPr>
              <a:t>G</a:t>
            </a:r>
            <a:r>
              <a:rPr sz="2400" spc="-15" dirty="0">
                <a:latin typeface="Tw Cen MT"/>
                <a:cs typeface="Tw Cen MT"/>
              </a:rPr>
              <a:t>r</a:t>
            </a:r>
            <a:r>
              <a:rPr sz="2400" dirty="0">
                <a:latin typeface="Tw Cen MT"/>
                <a:cs typeface="Tw Cen MT"/>
              </a:rPr>
              <a:t>an</a:t>
            </a:r>
            <a:r>
              <a:rPr sz="2400" spc="5" dirty="0">
                <a:latin typeface="Tw Cen MT"/>
                <a:cs typeface="Tw Cen MT"/>
              </a:rPr>
              <a:t>t</a:t>
            </a:r>
            <a:r>
              <a:rPr sz="2400" dirty="0">
                <a:latin typeface="Tw Cen MT"/>
                <a:cs typeface="Tw Cen MT"/>
              </a:rPr>
              <a:t>ed</a:t>
            </a:r>
            <a:r>
              <a:rPr sz="2400" spc="-10" dirty="0">
                <a:latin typeface="Tw Cen MT"/>
                <a:cs typeface="Tw Cen MT"/>
              </a:rPr>
              <a:t>A</a:t>
            </a:r>
            <a:r>
              <a:rPr sz="2400" dirty="0">
                <a:latin typeface="Tw Cen MT"/>
                <a:cs typeface="Tw Cen MT"/>
              </a:rPr>
              <a:t>utho</a:t>
            </a:r>
            <a:r>
              <a:rPr sz="2400" spc="5" dirty="0">
                <a:latin typeface="Tw Cen MT"/>
                <a:cs typeface="Tw Cen MT"/>
              </a:rPr>
              <a:t>r</a:t>
            </a:r>
            <a:r>
              <a:rPr sz="2400" spc="-5" dirty="0">
                <a:latin typeface="Tw Cen MT"/>
                <a:cs typeface="Tw Cen MT"/>
              </a:rPr>
              <a:t>ity</a:t>
            </a:r>
            <a:endParaRPr sz="2400" dirty="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Tw Cen MT"/>
                <a:cs typeface="Tw Cen MT"/>
              </a:rPr>
              <a:t>app</a:t>
            </a:r>
            <a:r>
              <a:rPr sz="2400" spc="5" dirty="0">
                <a:latin typeface="Tw Cen MT"/>
                <a:cs typeface="Tw Cen MT"/>
              </a:rPr>
              <a:t>l</a:t>
            </a:r>
            <a:r>
              <a:rPr sz="2400" spc="-5" dirty="0">
                <a:latin typeface="Tw Cen MT"/>
                <a:cs typeface="Tw Cen MT"/>
              </a:rPr>
              <a:t>icat</a:t>
            </a:r>
            <a:r>
              <a:rPr sz="2400" spc="10" dirty="0">
                <a:latin typeface="Tw Cen MT"/>
                <a:cs typeface="Tw Cen MT"/>
              </a:rPr>
              <a:t>i</a:t>
            </a:r>
            <a:r>
              <a:rPr sz="2400" dirty="0">
                <a:latin typeface="Tw Cen MT"/>
                <a:cs typeface="Tw Cen MT"/>
              </a:rPr>
              <a:t>o</a:t>
            </a:r>
            <a:r>
              <a:rPr sz="2400" spc="10" dirty="0">
                <a:latin typeface="Tw Cen MT"/>
                <a:cs typeface="Tw Cen MT"/>
              </a:rPr>
              <a:t>n</a:t>
            </a:r>
            <a:r>
              <a:rPr sz="2400" spc="-5" dirty="0">
                <a:latin typeface="Tw Cen MT"/>
                <a:cs typeface="Tw Cen MT"/>
              </a:rPr>
              <a:t>-</a:t>
            </a:r>
            <a:r>
              <a:rPr sz="2400" dirty="0">
                <a:latin typeface="Tw Cen MT"/>
                <a:cs typeface="Tw Cen MT"/>
              </a:rPr>
              <a:t>wide</a:t>
            </a:r>
            <a:r>
              <a:rPr sz="2400" spc="-3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p</a:t>
            </a:r>
            <a:r>
              <a:rPr sz="2400" spc="5" dirty="0">
                <a:latin typeface="Tw Cen MT"/>
                <a:cs typeface="Tw Cen MT"/>
              </a:rPr>
              <a:t>e</a:t>
            </a:r>
            <a:r>
              <a:rPr sz="2400" spc="40" dirty="0">
                <a:latin typeface="Tw Cen MT"/>
                <a:cs typeface="Tw Cen MT"/>
              </a:rPr>
              <a:t>r</a:t>
            </a:r>
            <a:r>
              <a:rPr sz="2400" dirty="0">
                <a:latin typeface="Tw Cen MT"/>
                <a:cs typeface="Tw Cen MT"/>
              </a:rPr>
              <a:t>missions</a:t>
            </a:r>
            <a:r>
              <a:rPr sz="2400" spc="-3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g</a:t>
            </a:r>
            <a:r>
              <a:rPr sz="2400" spc="-25" dirty="0">
                <a:latin typeface="Tw Cen MT"/>
                <a:cs typeface="Tw Cen MT"/>
              </a:rPr>
              <a:t>r</a:t>
            </a:r>
            <a:r>
              <a:rPr sz="2400" dirty="0">
                <a:latin typeface="Tw Cen MT"/>
                <a:cs typeface="Tw Cen MT"/>
              </a:rPr>
              <a:t>ant</a:t>
            </a:r>
            <a:r>
              <a:rPr sz="2400" spc="5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d</a:t>
            </a:r>
            <a:r>
              <a:rPr sz="2400" spc="-3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to</a:t>
            </a:r>
            <a:r>
              <a:rPr sz="2400" spc="-2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a</a:t>
            </a:r>
            <a:r>
              <a:rPr sz="2400" spc="-1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principal</a:t>
            </a: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400" dirty="0">
                <a:latin typeface="Tw Cen MT"/>
                <a:cs typeface="Tw Cen MT"/>
              </a:rPr>
              <a:t>SecurityCont</a:t>
            </a:r>
            <a:r>
              <a:rPr sz="2400" spc="-90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xt</a:t>
            </a:r>
          </a:p>
          <a:p>
            <a:pPr marL="652780" lvl="1" indent="-274320">
              <a:lnSpc>
                <a:spcPct val="100000"/>
              </a:lnSpc>
              <a:spcBef>
                <a:spcPts val="61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Tw Cen MT"/>
                <a:cs typeface="Tw Cen MT"/>
              </a:rPr>
              <a:t>ho</a:t>
            </a:r>
            <a:r>
              <a:rPr sz="2400" spc="5" dirty="0">
                <a:latin typeface="Tw Cen MT"/>
                <a:cs typeface="Tw Cen MT"/>
              </a:rPr>
              <a:t>l</a:t>
            </a:r>
            <a:r>
              <a:rPr sz="2400" dirty="0">
                <a:latin typeface="Tw Cen MT"/>
                <a:cs typeface="Tw Cen MT"/>
              </a:rPr>
              <a:t>d</a:t>
            </a:r>
            <a:r>
              <a:rPr sz="2400" spc="-2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the</a:t>
            </a:r>
            <a:r>
              <a:rPr sz="2400" spc="-1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Authen</a:t>
            </a:r>
            <a:r>
              <a:rPr sz="2400" spc="5" dirty="0">
                <a:latin typeface="Tw Cen MT"/>
                <a:cs typeface="Tw Cen MT"/>
              </a:rPr>
              <a:t>t</a:t>
            </a:r>
            <a:r>
              <a:rPr sz="2400" spc="-5" dirty="0">
                <a:latin typeface="Tw Cen MT"/>
                <a:cs typeface="Tw Cen MT"/>
              </a:rPr>
              <a:t>icat</a:t>
            </a:r>
            <a:r>
              <a:rPr sz="2400" spc="10" dirty="0">
                <a:latin typeface="Tw Cen MT"/>
                <a:cs typeface="Tw Cen MT"/>
              </a:rPr>
              <a:t>i</a:t>
            </a:r>
            <a:r>
              <a:rPr sz="2400" dirty="0">
                <a:latin typeface="Tw Cen MT"/>
                <a:cs typeface="Tw Cen MT"/>
              </a:rPr>
              <a:t>on</a:t>
            </a:r>
            <a:r>
              <a:rPr sz="2400" spc="-5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and</a:t>
            </a:r>
            <a:r>
              <a:rPr sz="2400" spc="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o</a:t>
            </a:r>
            <a:r>
              <a:rPr sz="2400" spc="5" dirty="0">
                <a:latin typeface="Tw Cen MT"/>
                <a:cs typeface="Tw Cen MT"/>
              </a:rPr>
              <a:t>t</a:t>
            </a:r>
            <a:r>
              <a:rPr sz="2400" dirty="0">
                <a:latin typeface="Tw Cen MT"/>
                <a:cs typeface="Tw Cen MT"/>
              </a:rPr>
              <a:t>her</a:t>
            </a:r>
            <a:r>
              <a:rPr sz="2400" spc="-3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security</a:t>
            </a:r>
            <a:r>
              <a:rPr sz="2400" spc="-25" dirty="0">
                <a:latin typeface="Tw Cen MT"/>
                <a:cs typeface="Tw Cen MT"/>
              </a:rPr>
              <a:t> </a:t>
            </a:r>
            <a:r>
              <a:rPr sz="2400" spc="-5" dirty="0">
                <a:latin typeface="Tw Cen MT"/>
                <a:cs typeface="Tw Cen MT"/>
              </a:rPr>
              <a:t>in</a:t>
            </a:r>
            <a:r>
              <a:rPr sz="2400" spc="-50" dirty="0">
                <a:latin typeface="Tw Cen MT"/>
                <a:cs typeface="Tw Cen MT"/>
              </a:rPr>
              <a:t>f</a:t>
            </a:r>
            <a:r>
              <a:rPr sz="2400" dirty="0">
                <a:latin typeface="Tw Cen MT"/>
                <a:cs typeface="Tw Cen MT"/>
              </a:rPr>
              <a:t>o</a:t>
            </a:r>
            <a:r>
              <a:rPr sz="2400" spc="45" dirty="0">
                <a:latin typeface="Tw Cen MT"/>
                <a:cs typeface="Tw Cen MT"/>
              </a:rPr>
              <a:t>r</a:t>
            </a:r>
            <a:r>
              <a:rPr sz="2400" dirty="0">
                <a:latin typeface="Tw Cen MT"/>
                <a:cs typeface="Tw Cen MT"/>
              </a:rPr>
              <a:t>ma</a:t>
            </a:r>
            <a:r>
              <a:rPr sz="2400" spc="5" dirty="0">
                <a:latin typeface="Tw Cen MT"/>
                <a:cs typeface="Tw Cen MT"/>
              </a:rPr>
              <a:t>t</a:t>
            </a:r>
            <a:r>
              <a:rPr sz="2400" spc="-5" dirty="0">
                <a:latin typeface="Tw Cen MT"/>
                <a:cs typeface="Tw Cen MT"/>
              </a:rPr>
              <a:t>i</a:t>
            </a:r>
            <a:r>
              <a:rPr sz="2400" spc="10" dirty="0">
                <a:latin typeface="Tw Cen MT"/>
                <a:cs typeface="Tw Cen MT"/>
              </a:rPr>
              <a:t>o</a:t>
            </a:r>
            <a:r>
              <a:rPr sz="2400" dirty="0">
                <a:latin typeface="Tw Cen MT"/>
                <a:cs typeface="Tw Cen MT"/>
              </a:rPr>
              <a:t>n</a:t>
            </a:r>
          </a:p>
          <a:p>
            <a:pPr marL="332740" indent="-320040">
              <a:lnSpc>
                <a:spcPct val="100000"/>
              </a:lnSpc>
              <a:spcBef>
                <a:spcPts val="680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400" dirty="0">
                <a:latin typeface="Tw Cen MT"/>
                <a:cs typeface="Tw Cen MT"/>
              </a:rPr>
              <a:t>SecurityCon</a:t>
            </a:r>
            <a:r>
              <a:rPr sz="2400" spc="5" dirty="0">
                <a:latin typeface="Tw Cen MT"/>
                <a:cs typeface="Tw Cen MT"/>
              </a:rPr>
              <a:t>t</a:t>
            </a:r>
            <a:r>
              <a:rPr sz="2400" spc="-85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xtHolder</a:t>
            </a: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Tw Cen MT"/>
                <a:cs typeface="Tw Cen MT"/>
              </a:rPr>
              <a:t>p</a:t>
            </a:r>
            <a:r>
              <a:rPr sz="2400" spc="-50" dirty="0">
                <a:latin typeface="Tw Cen MT"/>
                <a:cs typeface="Tw Cen MT"/>
              </a:rPr>
              <a:t>r</a:t>
            </a:r>
            <a:r>
              <a:rPr sz="2400" dirty="0">
                <a:latin typeface="Tw Cen MT"/>
                <a:cs typeface="Tw Cen MT"/>
              </a:rPr>
              <a:t>ovide</a:t>
            </a:r>
            <a:r>
              <a:rPr sz="2400" spc="-3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ac</a:t>
            </a:r>
            <a:r>
              <a:rPr sz="2400" spc="-15" dirty="0">
                <a:latin typeface="Tw Cen MT"/>
                <a:cs typeface="Tw Cen MT"/>
              </a:rPr>
              <a:t>c</a:t>
            </a:r>
            <a:r>
              <a:rPr sz="2400" dirty="0">
                <a:latin typeface="Tw Cen MT"/>
                <a:cs typeface="Tw Cen MT"/>
              </a:rPr>
              <a:t>ess</a:t>
            </a:r>
            <a:r>
              <a:rPr sz="2400" spc="-1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to</a:t>
            </a:r>
            <a:r>
              <a:rPr sz="2400" spc="-15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S</a:t>
            </a:r>
            <a:r>
              <a:rPr sz="2400" spc="5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c</a:t>
            </a:r>
            <a:r>
              <a:rPr sz="2400" spc="-10" dirty="0">
                <a:latin typeface="Tw Cen MT"/>
                <a:cs typeface="Tw Cen MT"/>
              </a:rPr>
              <a:t>u</a:t>
            </a:r>
            <a:r>
              <a:rPr sz="2400" dirty="0">
                <a:latin typeface="Tw Cen MT"/>
                <a:cs typeface="Tw Cen MT"/>
              </a:rPr>
              <a:t>rityC</a:t>
            </a:r>
            <a:r>
              <a:rPr sz="2400" spc="5" dirty="0">
                <a:latin typeface="Tw Cen MT"/>
                <a:cs typeface="Tw Cen MT"/>
              </a:rPr>
              <a:t>o</a:t>
            </a:r>
            <a:r>
              <a:rPr sz="2400" spc="-15" dirty="0">
                <a:latin typeface="Tw Cen MT"/>
                <a:cs typeface="Tw Cen MT"/>
              </a:rPr>
              <a:t>n</a:t>
            </a:r>
            <a:r>
              <a:rPr sz="2400" dirty="0">
                <a:latin typeface="Tw Cen MT"/>
                <a:cs typeface="Tw Cen MT"/>
              </a:rPr>
              <a:t>t</a:t>
            </a:r>
            <a:r>
              <a:rPr sz="2400" spc="-80" dirty="0">
                <a:latin typeface="Tw Cen MT"/>
                <a:cs typeface="Tw Cen MT"/>
              </a:rPr>
              <a:t>e</a:t>
            </a:r>
            <a:r>
              <a:rPr sz="2400" dirty="0">
                <a:latin typeface="Tw Cen MT"/>
                <a:cs typeface="Tw Cen MT"/>
              </a:rPr>
              <a:t>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yCont</a:t>
            </a:r>
            <a:r>
              <a:rPr spc="-135" dirty="0"/>
              <a:t>e</a:t>
            </a:r>
            <a:r>
              <a:rPr dirty="0"/>
              <a:t>xtHold</a:t>
            </a:r>
            <a:r>
              <a:rPr spc="-15" dirty="0"/>
              <a:t>e</a:t>
            </a:r>
            <a:r>
              <a:rPr dirty="0"/>
              <a:t>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3915282" y="6172200"/>
            <a:ext cx="271411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5271135" cy="2411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p</a:t>
            </a:r>
            <a:r>
              <a:rPr sz="2900" spc="-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ovide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access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to</a:t>
            </a:r>
            <a:r>
              <a:rPr sz="2900" spc="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SecurityCon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85" dirty="0">
                <a:latin typeface="Tw Cen MT"/>
                <a:cs typeface="Tw Cen MT"/>
              </a:rPr>
              <a:t>e</a:t>
            </a:r>
            <a:r>
              <a:rPr sz="2900" dirty="0">
                <a:latin typeface="Tw Cen MT"/>
                <a:cs typeface="Tw Cen MT"/>
              </a:rPr>
              <a:t>xt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st</a:t>
            </a:r>
            <a:r>
              <a:rPr sz="2900" spc="-1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ategies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ThreadLocal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Inr</a:t>
            </a:r>
            <a:r>
              <a:rPr sz="2600" spc="5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rita</a:t>
            </a:r>
            <a:r>
              <a:rPr sz="2600" spc="5" dirty="0">
                <a:latin typeface="Tw Cen MT"/>
                <a:cs typeface="Tw Cen MT"/>
              </a:rPr>
              <a:t>b</a:t>
            </a:r>
            <a:r>
              <a:rPr sz="2600" spc="-5" dirty="0">
                <a:latin typeface="Tw Cen MT"/>
                <a:cs typeface="Tw Cen MT"/>
              </a:rPr>
              <a:t>l</a:t>
            </a:r>
            <a:r>
              <a:rPr sz="2600" spc="10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T</a:t>
            </a:r>
            <a:r>
              <a:rPr sz="2600" spc="-15" dirty="0">
                <a:latin typeface="Tw Cen MT"/>
                <a:cs typeface="Tw Cen MT"/>
              </a:rPr>
              <a:t>h</a:t>
            </a:r>
            <a:r>
              <a:rPr sz="2600" dirty="0">
                <a:latin typeface="Tw Cen MT"/>
                <a:cs typeface="Tw Cen MT"/>
              </a:rPr>
              <a:t>read</a:t>
            </a:r>
            <a:r>
              <a:rPr sz="2600" spc="-10" dirty="0">
                <a:latin typeface="Tw Cen MT"/>
                <a:cs typeface="Tw Cen MT"/>
              </a:rPr>
              <a:t>L</a:t>
            </a:r>
            <a:r>
              <a:rPr sz="2600" dirty="0">
                <a:latin typeface="Tw Cen MT"/>
                <a:cs typeface="Tw Cen MT"/>
              </a:rPr>
              <a:t>ocal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Glo</a:t>
            </a:r>
            <a:r>
              <a:rPr sz="2600" spc="5" dirty="0">
                <a:latin typeface="Tw Cen MT"/>
                <a:cs typeface="Tw Cen MT"/>
              </a:rPr>
              <a:t>b</a:t>
            </a:r>
            <a:r>
              <a:rPr sz="2600" dirty="0">
                <a:latin typeface="Tw Cen MT"/>
                <a:cs typeface="Tw Cen MT"/>
              </a:rPr>
              <a:t>al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Getting</a:t>
            </a:r>
            <a:r>
              <a:rPr spc="-40" dirty="0"/>
              <a:t> </a:t>
            </a:r>
            <a:r>
              <a:rPr dirty="0"/>
              <a:t>st</a:t>
            </a:r>
            <a:r>
              <a:rPr spc="-15" dirty="0"/>
              <a:t>a</a:t>
            </a:r>
            <a:r>
              <a:rPr spc="70" dirty="0"/>
              <a:t>r</a:t>
            </a:r>
            <a:r>
              <a:rPr dirty="0"/>
              <a:t>ted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35532" y="1866280"/>
            <a:ext cx="7600950" cy="268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400"/>
              </a:lnSpc>
            </a:pPr>
            <a:r>
              <a:rPr sz="1600" b="1" spc="-15" dirty="0">
                <a:latin typeface="Courier New"/>
                <a:cs typeface="Courier New"/>
              </a:rPr>
              <a:t>S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c</a:t>
            </a:r>
            <a:r>
              <a:rPr sz="1600" b="1" spc="-10" dirty="0">
                <a:latin typeface="Courier New"/>
                <a:cs typeface="Courier New"/>
              </a:rPr>
              <a:t>u</a:t>
            </a:r>
            <a:r>
              <a:rPr sz="1600" b="1" dirty="0">
                <a:latin typeface="Courier New"/>
                <a:cs typeface="Courier New"/>
              </a:rPr>
              <a:t>r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y</a:t>
            </a:r>
            <a:r>
              <a:rPr sz="1600" b="1" spc="-10" dirty="0">
                <a:latin typeface="Courier New"/>
                <a:cs typeface="Courier New"/>
              </a:rPr>
              <a:t>C</a:t>
            </a:r>
            <a:r>
              <a:rPr sz="1600" b="1" dirty="0">
                <a:latin typeface="Courier New"/>
                <a:cs typeface="Courier New"/>
              </a:rPr>
              <a:t>o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xt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x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S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dirty="0">
                <a:latin typeface="Courier New"/>
                <a:cs typeface="Courier New"/>
              </a:rPr>
              <a:t>c</a:t>
            </a:r>
            <a:r>
              <a:rPr sz="1600" b="1" spc="-15" dirty="0">
                <a:latin typeface="Courier New"/>
                <a:cs typeface="Courier New"/>
              </a:rPr>
              <a:t>u</a:t>
            </a:r>
            <a:r>
              <a:rPr sz="1600" b="1" spc="-10" dirty="0">
                <a:latin typeface="Courier New"/>
                <a:cs typeface="Courier New"/>
              </a:rPr>
              <a:t>r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dirty="0">
                <a:latin typeface="Courier New"/>
                <a:cs typeface="Courier New"/>
              </a:rPr>
              <a:t>y</a:t>
            </a:r>
            <a:r>
              <a:rPr sz="1600" b="1" spc="-15" dirty="0">
                <a:latin typeface="Courier New"/>
                <a:cs typeface="Courier New"/>
              </a:rPr>
              <a:t>C</a:t>
            </a:r>
            <a:r>
              <a:rPr sz="1600" b="1" spc="-10" dirty="0">
                <a:latin typeface="Courier New"/>
                <a:cs typeface="Courier New"/>
              </a:rPr>
              <a:t>o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x</a:t>
            </a:r>
            <a:r>
              <a:rPr sz="1600" b="1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H</a:t>
            </a:r>
            <a:r>
              <a:rPr sz="1600" b="1" spc="-10" dirty="0">
                <a:latin typeface="Courier New"/>
                <a:cs typeface="Courier New"/>
              </a:rPr>
              <a:t>o</a:t>
            </a:r>
            <a:r>
              <a:rPr sz="1600" b="1" spc="-15" dirty="0">
                <a:latin typeface="Courier New"/>
                <a:cs typeface="Courier New"/>
              </a:rPr>
              <a:t>l</a:t>
            </a:r>
            <a:r>
              <a:rPr sz="1600" b="1" spc="-10" dirty="0">
                <a:latin typeface="Courier New"/>
                <a:cs typeface="Courier New"/>
              </a:rPr>
              <a:t>d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b="1" spc="15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spc="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(); 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j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x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dirty="0">
                <a:latin typeface="Courier New"/>
                <a:cs typeface="Courier New"/>
              </a:rPr>
              <a:t>et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u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0" dirty="0">
                <a:latin typeface="Courier New"/>
                <a:cs typeface="Courier New"/>
              </a:rPr>
              <a:t>h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n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c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o</a:t>
            </a:r>
            <a:r>
              <a:rPr sz="1600" b="1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0" dirty="0">
                <a:latin typeface="Courier New"/>
                <a:cs typeface="Courier New"/>
              </a:rPr>
              <a:t>)</a:t>
            </a:r>
            <a:r>
              <a:rPr sz="1600" spc="-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get</a:t>
            </a:r>
            <a:r>
              <a:rPr sz="1600" b="1" spc="-15" dirty="0">
                <a:latin typeface="Courier New"/>
                <a:cs typeface="Courier New"/>
              </a:rPr>
              <a:t>P</a:t>
            </a:r>
            <a:r>
              <a:rPr sz="1600" b="1" spc="-10" dirty="0">
                <a:latin typeface="Courier New"/>
                <a:cs typeface="Courier New"/>
              </a:rPr>
              <a:t>r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c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p</a:t>
            </a:r>
            <a:r>
              <a:rPr sz="1600" b="1" dirty="0">
                <a:latin typeface="Courier New"/>
                <a:cs typeface="Courier New"/>
              </a:rPr>
              <a:t>al</a:t>
            </a:r>
            <a:r>
              <a:rPr sz="1600" spc="-10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4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if 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al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15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s)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)</a:t>
            </a:r>
            <a:r>
              <a:rPr sz="1600" dirty="0">
                <a:latin typeface="Courier New"/>
                <a:cs typeface="Courier New"/>
              </a:rPr>
              <a:t>.g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0" dirty="0">
                <a:latin typeface="Courier New"/>
                <a:cs typeface="Courier New"/>
              </a:rPr>
              <a:t>)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latin typeface="Courier New"/>
                <a:cs typeface="Courier New"/>
              </a:rPr>
              <a:t>}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el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Use c</a:t>
            </a:r>
            <a:r>
              <a:rPr spc="-20" dirty="0"/>
              <a:t>a</a:t>
            </a:r>
            <a:r>
              <a:rPr dirty="0"/>
              <a:t>se</a:t>
            </a:r>
          </a:p>
        </p:txBody>
      </p:sp>
      <p:sp>
        <p:nvSpPr>
          <p:cNvPr id="3" name="object 3"/>
          <p:cNvSpPr/>
          <p:nvPr/>
        </p:nvSpPr>
        <p:spPr>
          <a:xfrm>
            <a:off x="612775" y="1740154"/>
            <a:ext cx="8153400" cy="4215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Namespace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75692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85267" y="1540631"/>
            <a:ext cx="8173465" cy="2673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3785" marR="6350">
              <a:lnSpc>
                <a:spcPct val="136500"/>
              </a:lnSpc>
            </a:pPr>
            <a:r>
              <a:rPr spc="-10" dirty="0">
                <a:solidFill>
                  <a:srgbClr val="7E007E"/>
                </a:solidFill>
              </a:rPr>
              <a:t>xmln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10" dirty="0"/>
              <a:t>=</a:t>
            </a:r>
            <a:r>
              <a:rPr spc="-15" dirty="0">
                <a:hlinkClick r:id="rId2"/>
              </a:rPr>
              <a:t>"</a:t>
            </a:r>
            <a:r>
              <a:rPr spc="-10" dirty="0">
                <a:hlinkClick r:id="rId2"/>
              </a:rPr>
              <a:t>h</a:t>
            </a:r>
            <a:r>
              <a:rPr spc="-15" dirty="0">
                <a:hlinkClick r:id="rId2"/>
              </a:rPr>
              <a:t>t</a:t>
            </a:r>
            <a:r>
              <a:rPr spc="-10" dirty="0">
                <a:hlinkClick r:id="rId2"/>
              </a:rPr>
              <a:t>t</a:t>
            </a:r>
            <a:r>
              <a:rPr spc="-15" dirty="0">
                <a:hlinkClick r:id="rId2"/>
              </a:rPr>
              <a:t>p</a:t>
            </a:r>
            <a:r>
              <a:rPr spc="0" dirty="0">
                <a:hlinkClick r:id="rId2"/>
              </a:rPr>
              <a:t>:</a:t>
            </a:r>
            <a:r>
              <a:rPr spc="-15" dirty="0">
                <a:hlinkClick r:id="rId2"/>
              </a:rPr>
              <a:t>/</a:t>
            </a:r>
            <a:r>
              <a:rPr spc="-10" dirty="0">
                <a:hlinkClick r:id="rId2"/>
              </a:rPr>
              <a:t>/</a:t>
            </a:r>
            <a:r>
              <a:rPr spc="-15" dirty="0">
                <a:hlinkClick r:id="rId2"/>
              </a:rPr>
              <a:t>w</a:t>
            </a:r>
            <a:r>
              <a:rPr spc="-10" dirty="0">
                <a:hlinkClick r:id="rId2"/>
              </a:rPr>
              <a:t>w</a:t>
            </a:r>
            <a:r>
              <a:rPr dirty="0"/>
              <a:t>w</a:t>
            </a:r>
            <a:r>
              <a:rPr spc="-15" dirty="0">
                <a:hlinkClick r:id="rId2"/>
              </a:rPr>
              <a:t>.</a:t>
            </a:r>
            <a:r>
              <a:rPr spc="-10" dirty="0">
                <a:hlinkClick r:id="rId2"/>
              </a:rPr>
              <a:t>s</a:t>
            </a:r>
            <a:r>
              <a:rPr spc="-15" dirty="0">
                <a:hlinkClick r:id="rId2"/>
              </a:rPr>
              <a:t>p</a:t>
            </a:r>
            <a:r>
              <a:rPr spc="-10" dirty="0">
                <a:hlinkClick r:id="rId2"/>
              </a:rPr>
              <a:t>r</a:t>
            </a:r>
            <a:r>
              <a:rPr spc="-15" dirty="0">
                <a:hlinkClick r:id="rId2"/>
              </a:rPr>
              <a:t>i</a:t>
            </a:r>
            <a:r>
              <a:rPr spc="-10" dirty="0">
                <a:hlinkClick r:id="rId2"/>
              </a:rPr>
              <a:t>n</a:t>
            </a:r>
            <a:r>
              <a:rPr dirty="0">
                <a:hlinkClick r:id="rId2"/>
              </a:rPr>
              <a:t>g</a:t>
            </a:r>
            <a:r>
              <a:rPr spc="-15" dirty="0">
                <a:hlinkClick r:id="rId2"/>
              </a:rPr>
              <a:t>f</a:t>
            </a:r>
            <a:r>
              <a:rPr spc="-10" dirty="0">
                <a:hlinkClick r:id="rId2"/>
              </a:rPr>
              <a:t>r</a:t>
            </a:r>
            <a:r>
              <a:rPr spc="-15" dirty="0">
                <a:hlinkClick r:id="rId2"/>
              </a:rPr>
              <a:t>a</a:t>
            </a:r>
            <a:r>
              <a:rPr spc="-10" dirty="0">
                <a:hlinkClick r:id="rId2"/>
              </a:rPr>
              <a:t>m</a:t>
            </a:r>
            <a:r>
              <a:rPr dirty="0">
                <a:hlinkClick r:id="rId2"/>
              </a:rPr>
              <a:t>e</a:t>
            </a:r>
            <a:r>
              <a:rPr spc="-15" dirty="0">
                <a:hlinkClick r:id="rId2"/>
              </a:rPr>
              <a:t>w</a:t>
            </a:r>
            <a:r>
              <a:rPr spc="-10" dirty="0">
                <a:hlinkClick r:id="rId2"/>
              </a:rPr>
              <a:t>o</a:t>
            </a:r>
            <a:r>
              <a:rPr spc="-15" dirty="0">
                <a:hlinkClick r:id="rId2"/>
              </a:rPr>
              <a:t>r</a:t>
            </a:r>
            <a:r>
              <a:rPr spc="-10" dirty="0">
                <a:hlinkClick r:id="rId2"/>
              </a:rPr>
              <a:t>k</a:t>
            </a:r>
            <a:r>
              <a:rPr spc="-15" dirty="0">
                <a:hlinkClick r:id="rId2"/>
              </a:rPr>
              <a:t>.</a:t>
            </a:r>
            <a:r>
              <a:rPr spc="-10" dirty="0">
                <a:hlinkClick r:id="rId2"/>
              </a:rPr>
              <a:t>o</a:t>
            </a:r>
            <a:r>
              <a:rPr dirty="0">
                <a:hlinkClick r:id="rId2"/>
              </a:rPr>
              <a:t>r</a:t>
            </a:r>
            <a:r>
              <a:rPr spc="-15" dirty="0">
                <a:hlinkClick r:id="rId2"/>
              </a:rPr>
              <a:t>g</a:t>
            </a:r>
            <a:r>
              <a:rPr spc="-10" dirty="0">
                <a:hlinkClick r:id="rId2"/>
              </a:rPr>
              <a:t>/</a:t>
            </a:r>
            <a:r>
              <a:rPr spc="-15" dirty="0">
                <a:hlinkClick r:id="rId2"/>
              </a:rPr>
              <a:t>s</a:t>
            </a:r>
            <a:r>
              <a:rPr spc="-10" dirty="0">
                <a:hlinkClick r:id="rId2"/>
              </a:rPr>
              <a:t>c</a:t>
            </a:r>
            <a:r>
              <a:rPr dirty="0">
                <a:hlinkClick r:id="rId2"/>
              </a:rPr>
              <a:t>h</a:t>
            </a:r>
            <a:r>
              <a:rPr spc="-15" dirty="0">
                <a:hlinkClick r:id="rId2"/>
              </a:rPr>
              <a:t>e</a:t>
            </a:r>
            <a:r>
              <a:rPr spc="-10" dirty="0">
                <a:hlinkClick r:id="rId2"/>
              </a:rPr>
              <a:t>m</a:t>
            </a:r>
            <a:r>
              <a:rPr spc="-15" dirty="0">
                <a:hlinkClick r:id="rId2"/>
              </a:rPr>
              <a:t>a</a:t>
            </a:r>
            <a:r>
              <a:rPr spc="-10" dirty="0">
                <a:hlinkClick r:id="rId2"/>
              </a:rPr>
              <a:t>/</a:t>
            </a:r>
            <a:r>
              <a:rPr spc="-15" dirty="0">
                <a:hlinkClick r:id="rId2"/>
              </a:rPr>
              <a:t>b</a:t>
            </a:r>
            <a:r>
              <a:rPr spc="-10" dirty="0">
                <a:hlinkClick r:id="rId2"/>
              </a:rPr>
              <a:t>e</a:t>
            </a:r>
            <a:r>
              <a:rPr dirty="0">
                <a:hlinkClick r:id="rId2"/>
              </a:rPr>
              <a:t>a</a:t>
            </a:r>
            <a:r>
              <a:rPr spc="-15" dirty="0">
                <a:hlinkClick r:id="rId2"/>
              </a:rPr>
              <a:t>n</a:t>
            </a:r>
            <a:r>
              <a:rPr spc="-10" dirty="0">
                <a:hlinkClick r:id="rId2"/>
              </a:rPr>
              <a:t>s</a:t>
            </a:r>
            <a:r>
              <a:rPr spc="-10" dirty="0"/>
              <a:t>" </a:t>
            </a:r>
            <a:r>
              <a:rPr spc="-15" dirty="0">
                <a:solidFill>
                  <a:srgbClr val="7E007E"/>
                </a:solidFill>
              </a:rPr>
              <a:t>x</a:t>
            </a:r>
            <a:r>
              <a:rPr spc="-10" dirty="0">
                <a:solidFill>
                  <a:srgbClr val="7E007E"/>
                </a:solidFill>
              </a:rPr>
              <a:t>m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:</a:t>
            </a:r>
            <a:r>
              <a:rPr b="1" spc="-10" dirty="0">
                <a:solidFill>
                  <a:srgbClr val="7E007E"/>
                </a:solidFill>
                <a:latin typeface="Courier New"/>
                <a:cs typeface="Courier New"/>
              </a:rPr>
              <a:t>sec</a:t>
            </a:r>
            <a:r>
              <a:rPr spc="-10" dirty="0"/>
              <a:t>=</a:t>
            </a:r>
            <a:r>
              <a:rPr spc="-15" dirty="0">
                <a:hlinkClick r:id="rId3"/>
              </a:rPr>
              <a:t>"</a:t>
            </a:r>
            <a:r>
              <a:rPr spc="0" dirty="0">
                <a:hlinkClick r:id="rId3"/>
              </a:rPr>
              <a:t>h</a:t>
            </a:r>
            <a:r>
              <a:rPr spc="-15" dirty="0">
                <a:hlinkClick r:id="rId3"/>
              </a:rPr>
              <a:t>t</a:t>
            </a:r>
            <a:r>
              <a:rPr spc="-10" dirty="0">
                <a:hlinkClick r:id="rId3"/>
              </a:rPr>
              <a:t>t</a:t>
            </a:r>
            <a:r>
              <a:rPr spc="-15" dirty="0">
                <a:hlinkClick r:id="rId3"/>
              </a:rPr>
              <a:t>p</a:t>
            </a:r>
            <a:r>
              <a:rPr spc="-10" dirty="0">
                <a:hlinkClick r:id="rId3"/>
              </a:rPr>
              <a:t>:</a:t>
            </a:r>
            <a:r>
              <a:rPr dirty="0"/>
              <a:t>/</a:t>
            </a:r>
            <a:r>
              <a:rPr spc="-15" dirty="0">
                <a:hlinkClick r:id="rId3"/>
              </a:rPr>
              <a:t>/</a:t>
            </a:r>
            <a:r>
              <a:rPr spc="-10" dirty="0">
                <a:hlinkClick r:id="rId3"/>
              </a:rPr>
              <a:t>w</a:t>
            </a:r>
            <a:r>
              <a:rPr spc="-15" dirty="0">
                <a:hlinkClick r:id="rId3"/>
              </a:rPr>
              <a:t>w</a:t>
            </a:r>
            <a:r>
              <a:rPr spc="-10" dirty="0">
                <a:hlinkClick r:id="rId3"/>
              </a:rPr>
              <a:t>w</a:t>
            </a:r>
            <a:r>
              <a:rPr spc="-15" dirty="0">
                <a:hlinkClick r:id="rId3"/>
              </a:rPr>
              <a:t>.</a:t>
            </a:r>
            <a:r>
              <a:rPr spc="-10" dirty="0">
                <a:hlinkClick r:id="rId3"/>
              </a:rPr>
              <a:t>s</a:t>
            </a:r>
            <a:r>
              <a:rPr dirty="0">
                <a:hlinkClick r:id="rId3"/>
              </a:rPr>
              <a:t>p</a:t>
            </a:r>
            <a:r>
              <a:rPr spc="-15" dirty="0">
                <a:hlinkClick r:id="rId3"/>
              </a:rPr>
              <a:t>r</a:t>
            </a:r>
            <a:r>
              <a:rPr spc="-10" dirty="0">
                <a:hlinkClick r:id="rId3"/>
              </a:rPr>
              <a:t>i</a:t>
            </a:r>
            <a:r>
              <a:rPr spc="-15" dirty="0">
                <a:hlinkClick r:id="rId3"/>
              </a:rPr>
              <a:t>n</a:t>
            </a:r>
            <a:r>
              <a:rPr spc="-10" dirty="0">
                <a:hlinkClick r:id="rId3"/>
              </a:rPr>
              <a:t>g</a:t>
            </a:r>
            <a:r>
              <a:rPr dirty="0">
                <a:hlinkClick r:id="rId3"/>
              </a:rPr>
              <a:t>f</a:t>
            </a:r>
            <a:r>
              <a:rPr spc="-15" dirty="0">
                <a:hlinkClick r:id="rId3"/>
              </a:rPr>
              <a:t>r</a:t>
            </a:r>
            <a:r>
              <a:rPr spc="-10" dirty="0">
                <a:hlinkClick r:id="rId3"/>
              </a:rPr>
              <a:t>a</a:t>
            </a:r>
            <a:r>
              <a:rPr spc="-15" dirty="0">
                <a:hlinkClick r:id="rId3"/>
              </a:rPr>
              <a:t>m</a:t>
            </a:r>
            <a:r>
              <a:rPr spc="-10" dirty="0">
                <a:hlinkClick r:id="rId3"/>
              </a:rPr>
              <a:t>e</a:t>
            </a:r>
            <a:r>
              <a:rPr spc="-15" dirty="0">
                <a:hlinkClick r:id="rId3"/>
              </a:rPr>
              <a:t>w</a:t>
            </a:r>
            <a:r>
              <a:rPr spc="-10" dirty="0">
                <a:hlinkClick r:id="rId3"/>
              </a:rPr>
              <a:t>o</a:t>
            </a:r>
            <a:r>
              <a:rPr dirty="0">
                <a:hlinkClick r:id="rId3"/>
              </a:rPr>
              <a:t>r</a:t>
            </a:r>
            <a:r>
              <a:rPr spc="-15" dirty="0">
                <a:hlinkClick r:id="rId3"/>
              </a:rPr>
              <a:t>k</a:t>
            </a:r>
            <a:r>
              <a:rPr spc="-10" dirty="0">
                <a:hlinkClick r:id="rId3"/>
              </a:rPr>
              <a:t>.</a:t>
            </a:r>
            <a:r>
              <a:rPr spc="-15" dirty="0">
                <a:hlinkClick r:id="rId3"/>
              </a:rPr>
              <a:t>o</a:t>
            </a:r>
            <a:r>
              <a:rPr spc="-10" dirty="0">
                <a:hlinkClick r:id="rId3"/>
              </a:rPr>
              <a:t>r</a:t>
            </a:r>
            <a:r>
              <a:rPr dirty="0">
                <a:hlinkClick r:id="rId3"/>
              </a:rPr>
              <a:t>g</a:t>
            </a:r>
            <a:r>
              <a:rPr spc="-15" dirty="0">
                <a:hlinkClick r:id="rId3"/>
              </a:rPr>
              <a:t>/</a:t>
            </a:r>
            <a:r>
              <a:rPr spc="-10" dirty="0">
                <a:hlinkClick r:id="rId3"/>
              </a:rPr>
              <a:t>s</a:t>
            </a:r>
            <a:r>
              <a:rPr spc="-15" dirty="0">
                <a:hlinkClick r:id="rId3"/>
              </a:rPr>
              <a:t>c</a:t>
            </a:r>
            <a:r>
              <a:rPr spc="-10" dirty="0">
                <a:hlinkClick r:id="rId3"/>
              </a:rPr>
              <a:t>h</a:t>
            </a:r>
            <a:r>
              <a:rPr spc="-15" dirty="0">
                <a:hlinkClick r:id="rId3"/>
              </a:rPr>
              <a:t>e</a:t>
            </a:r>
            <a:r>
              <a:rPr spc="-10" dirty="0">
                <a:hlinkClick r:id="rId3"/>
              </a:rPr>
              <a:t>m</a:t>
            </a:r>
            <a:r>
              <a:rPr dirty="0">
                <a:hlinkClick r:id="rId3"/>
              </a:rPr>
              <a:t>a</a:t>
            </a:r>
            <a:r>
              <a:rPr spc="30" dirty="0">
                <a:hlinkClick r:id="rId3"/>
              </a:rPr>
              <a:t>/</a:t>
            </a:r>
            <a:r>
              <a:rPr b="1" spc="-15" dirty="0">
                <a:latin typeface="Courier New"/>
                <a:cs typeface="Courier New"/>
                <a:hlinkClick r:id="rId3"/>
              </a:rPr>
              <a:t>s</a:t>
            </a:r>
            <a:r>
              <a:rPr b="1" spc="-10" dirty="0">
                <a:latin typeface="Courier New"/>
                <a:cs typeface="Courier New"/>
                <a:hlinkClick r:id="rId3"/>
              </a:rPr>
              <a:t>e</a:t>
            </a:r>
            <a:r>
              <a:rPr b="1" spc="-15" dirty="0">
                <a:latin typeface="Courier New"/>
                <a:cs typeface="Courier New"/>
                <a:hlinkClick r:id="rId3"/>
              </a:rPr>
              <a:t>c</a:t>
            </a:r>
            <a:r>
              <a:rPr b="1" spc="0" dirty="0">
                <a:latin typeface="Courier New"/>
                <a:cs typeface="Courier New"/>
                <a:hlinkClick r:id="rId3"/>
              </a:rPr>
              <a:t>u</a:t>
            </a:r>
            <a:r>
              <a:rPr b="1" spc="-15" dirty="0">
                <a:latin typeface="Courier New"/>
                <a:cs typeface="Courier New"/>
                <a:hlinkClick r:id="rId3"/>
              </a:rPr>
              <a:t>r</a:t>
            </a:r>
            <a:r>
              <a:rPr b="1" spc="-10" dirty="0">
                <a:latin typeface="Courier New"/>
                <a:cs typeface="Courier New"/>
                <a:hlinkClick r:id="rId3"/>
              </a:rPr>
              <a:t>i</a:t>
            </a:r>
            <a:r>
              <a:rPr b="1" spc="-15" dirty="0">
                <a:latin typeface="Courier New"/>
                <a:cs typeface="Courier New"/>
                <a:hlinkClick r:id="rId3"/>
              </a:rPr>
              <a:t>t</a:t>
            </a:r>
            <a:r>
              <a:rPr b="1" dirty="0">
                <a:latin typeface="Courier New"/>
                <a:cs typeface="Courier New"/>
                <a:hlinkClick r:id="rId3"/>
              </a:rPr>
              <a:t>y</a:t>
            </a:r>
            <a:r>
              <a:rPr spc="-10" dirty="0"/>
              <a:t>" </a:t>
            </a:r>
            <a:r>
              <a:rPr spc="-15" dirty="0">
                <a:solidFill>
                  <a:srgbClr val="7E007E"/>
                </a:solidFill>
              </a:rPr>
              <a:t>x</a:t>
            </a:r>
            <a:r>
              <a:rPr spc="-10" dirty="0">
                <a:solidFill>
                  <a:srgbClr val="7E007E"/>
                </a:solidFill>
              </a:rPr>
              <a:t>m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:</a:t>
            </a:r>
            <a:r>
              <a:rPr spc="-10" dirty="0">
                <a:solidFill>
                  <a:srgbClr val="7E007E"/>
                </a:solidFill>
              </a:rPr>
              <a:t>x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0" dirty="0"/>
              <a:t>=</a:t>
            </a:r>
            <a:r>
              <a:rPr spc="-15" dirty="0">
                <a:hlinkClick r:id="rId4"/>
              </a:rPr>
              <a:t>"</a:t>
            </a:r>
            <a:r>
              <a:rPr spc="0" dirty="0">
                <a:hlinkClick r:id="rId4"/>
              </a:rPr>
              <a:t>h</a:t>
            </a:r>
            <a:r>
              <a:rPr spc="-15" dirty="0">
                <a:hlinkClick r:id="rId4"/>
              </a:rPr>
              <a:t>t</a:t>
            </a:r>
            <a:r>
              <a:rPr spc="-10" dirty="0">
                <a:hlinkClick r:id="rId4"/>
              </a:rPr>
              <a:t>t</a:t>
            </a:r>
            <a:r>
              <a:rPr spc="-15" dirty="0">
                <a:hlinkClick r:id="rId4"/>
              </a:rPr>
              <a:t>p</a:t>
            </a:r>
            <a:r>
              <a:rPr spc="-10" dirty="0">
                <a:hlinkClick r:id="rId4"/>
              </a:rPr>
              <a:t>:</a:t>
            </a:r>
            <a:r>
              <a:rPr dirty="0"/>
              <a:t>/</a:t>
            </a:r>
            <a:r>
              <a:rPr spc="-15" dirty="0">
                <a:hlinkClick r:id="rId4"/>
              </a:rPr>
              <a:t>/</a:t>
            </a:r>
            <a:r>
              <a:rPr spc="-10" dirty="0">
                <a:hlinkClick r:id="rId4"/>
              </a:rPr>
              <a:t>w</a:t>
            </a:r>
            <a:r>
              <a:rPr spc="-15" dirty="0">
                <a:hlinkClick r:id="rId4"/>
              </a:rPr>
              <a:t>w</a:t>
            </a:r>
            <a:r>
              <a:rPr spc="-10" dirty="0">
                <a:hlinkClick r:id="rId4"/>
              </a:rPr>
              <a:t>w</a:t>
            </a:r>
            <a:r>
              <a:rPr spc="-15" dirty="0">
                <a:hlinkClick r:id="rId4"/>
              </a:rPr>
              <a:t>.</a:t>
            </a:r>
            <a:r>
              <a:rPr spc="-10" dirty="0">
                <a:hlinkClick r:id="rId4"/>
              </a:rPr>
              <a:t>w</a:t>
            </a:r>
            <a:r>
              <a:rPr dirty="0">
                <a:hlinkClick r:id="rId4"/>
              </a:rPr>
              <a:t>3</a:t>
            </a:r>
            <a:r>
              <a:rPr spc="-15" dirty="0">
                <a:hlinkClick r:id="rId4"/>
              </a:rPr>
              <a:t>.</a:t>
            </a:r>
            <a:r>
              <a:rPr spc="-10" dirty="0">
                <a:hlinkClick r:id="rId4"/>
              </a:rPr>
              <a:t>o</a:t>
            </a:r>
            <a:r>
              <a:rPr spc="-15" dirty="0">
                <a:hlinkClick r:id="rId4"/>
              </a:rPr>
              <a:t>r</a:t>
            </a:r>
            <a:r>
              <a:rPr spc="-10" dirty="0">
                <a:hlinkClick r:id="rId4"/>
              </a:rPr>
              <a:t>g</a:t>
            </a:r>
            <a:r>
              <a:rPr dirty="0">
                <a:hlinkClick r:id="rId4"/>
              </a:rPr>
              <a:t>/</a:t>
            </a:r>
            <a:r>
              <a:rPr spc="-15" dirty="0">
                <a:hlinkClick r:id="rId4"/>
              </a:rPr>
              <a:t>2</a:t>
            </a:r>
            <a:r>
              <a:rPr spc="-10" dirty="0">
                <a:hlinkClick r:id="rId4"/>
              </a:rPr>
              <a:t>0</a:t>
            </a:r>
            <a:r>
              <a:rPr spc="-15" dirty="0">
                <a:hlinkClick r:id="rId4"/>
              </a:rPr>
              <a:t>0</a:t>
            </a:r>
            <a:r>
              <a:rPr spc="-10" dirty="0">
                <a:hlinkClick r:id="rId4"/>
              </a:rPr>
              <a:t>1</a:t>
            </a:r>
            <a:r>
              <a:rPr spc="-15" dirty="0">
                <a:hlinkClick r:id="rId4"/>
              </a:rPr>
              <a:t>/</a:t>
            </a:r>
            <a:r>
              <a:rPr spc="-10" dirty="0">
                <a:hlinkClick r:id="rId4"/>
              </a:rPr>
              <a:t>X</a:t>
            </a:r>
            <a:r>
              <a:rPr dirty="0">
                <a:hlinkClick r:id="rId4"/>
              </a:rPr>
              <a:t>M</a:t>
            </a:r>
            <a:r>
              <a:rPr spc="-15" dirty="0">
                <a:hlinkClick r:id="rId4"/>
              </a:rPr>
              <a:t>L</a:t>
            </a:r>
            <a:r>
              <a:rPr spc="-10" dirty="0">
                <a:hlinkClick r:id="rId4"/>
              </a:rPr>
              <a:t>S</a:t>
            </a:r>
            <a:r>
              <a:rPr spc="-15" dirty="0">
                <a:hlinkClick r:id="rId4"/>
              </a:rPr>
              <a:t>c</a:t>
            </a:r>
            <a:r>
              <a:rPr spc="-10" dirty="0">
                <a:hlinkClick r:id="rId4"/>
              </a:rPr>
              <a:t>h</a:t>
            </a:r>
            <a:r>
              <a:rPr dirty="0">
                <a:hlinkClick r:id="rId4"/>
              </a:rPr>
              <a:t>e</a:t>
            </a:r>
            <a:r>
              <a:rPr spc="-15" dirty="0">
                <a:hlinkClick r:id="rId4"/>
              </a:rPr>
              <a:t>m</a:t>
            </a:r>
            <a:r>
              <a:rPr spc="25" dirty="0">
                <a:hlinkClick r:id="rId4"/>
              </a:rPr>
              <a:t>a</a:t>
            </a:r>
            <a:r>
              <a:rPr spc="-10" dirty="0">
                <a:hlinkClick r:id="rId4"/>
              </a:rPr>
              <a:t>-</a:t>
            </a:r>
            <a:r>
              <a:rPr spc="-15" dirty="0">
                <a:hlinkClick r:id="rId4"/>
              </a:rPr>
              <a:t>i</a:t>
            </a:r>
            <a:r>
              <a:rPr spc="-10" dirty="0">
                <a:hlinkClick r:id="rId4"/>
              </a:rPr>
              <a:t>n</a:t>
            </a:r>
            <a:r>
              <a:rPr spc="-15" dirty="0">
                <a:hlinkClick r:id="rId4"/>
              </a:rPr>
              <a:t>s</a:t>
            </a:r>
            <a:r>
              <a:rPr spc="0" dirty="0">
                <a:hlinkClick r:id="rId4"/>
              </a:rPr>
              <a:t>t</a:t>
            </a:r>
            <a:r>
              <a:rPr spc="-15" dirty="0">
                <a:hlinkClick r:id="rId4"/>
              </a:rPr>
              <a:t>a</a:t>
            </a:r>
            <a:r>
              <a:rPr spc="-10" dirty="0">
                <a:hlinkClick r:id="rId4"/>
              </a:rPr>
              <a:t>n</a:t>
            </a:r>
            <a:r>
              <a:rPr spc="-15" dirty="0">
                <a:hlinkClick r:id="rId4"/>
              </a:rPr>
              <a:t>c</a:t>
            </a:r>
            <a:r>
              <a:rPr spc="-10" dirty="0">
                <a:hlinkClick r:id="rId4"/>
              </a:rPr>
              <a:t>e</a:t>
            </a:r>
            <a:r>
              <a:rPr spc="-10" dirty="0"/>
              <a:t>" </a:t>
            </a:r>
            <a:r>
              <a:rPr spc="-15" dirty="0">
                <a:solidFill>
                  <a:srgbClr val="7E007E"/>
                </a:solidFill>
              </a:rPr>
              <a:t>x</a:t>
            </a:r>
            <a:r>
              <a:rPr spc="-10"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: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-10" dirty="0">
                <a:solidFill>
                  <a:srgbClr val="7E007E"/>
                </a:solidFill>
              </a:rPr>
              <a:t>h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m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L</a:t>
            </a:r>
            <a:r>
              <a:rPr dirty="0">
                <a:solidFill>
                  <a:srgbClr val="7E007E"/>
                </a:solidFill>
              </a:rPr>
              <a:t>o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t</a:t>
            </a:r>
            <a:r>
              <a:rPr spc="-10" dirty="0">
                <a:solidFill>
                  <a:srgbClr val="7E007E"/>
                </a:solidFill>
              </a:rPr>
              <a:t>i</a:t>
            </a:r>
            <a:r>
              <a:rPr dirty="0">
                <a:solidFill>
                  <a:srgbClr val="7E007E"/>
                </a:solidFill>
              </a:rPr>
              <a:t>o</a:t>
            </a:r>
            <a:r>
              <a:rPr spc="5" dirty="0">
                <a:solidFill>
                  <a:srgbClr val="7E007E"/>
                </a:solidFill>
              </a:rPr>
              <a:t>n</a:t>
            </a:r>
            <a:r>
              <a:rPr spc="-10" dirty="0"/>
              <a:t>="</a:t>
            </a:r>
          </a:p>
          <a:p>
            <a:pPr marL="1057275" marR="1037590" indent="15240">
              <a:lnSpc>
                <a:spcPct val="136300"/>
              </a:lnSpc>
            </a:pPr>
            <a:r>
              <a:rPr sz="1000" spc="-10" dirty="0">
                <a:hlinkClick r:id="rId2"/>
              </a:rPr>
              <a:t>http://w</a:t>
            </a:r>
            <a:r>
              <a:rPr sz="1000" dirty="0">
                <a:hlinkClick r:id="rId2"/>
              </a:rPr>
              <a:t>w</a:t>
            </a:r>
            <a:r>
              <a:rPr sz="1000" spc="-10" dirty="0">
                <a:hlinkClick r:id="rId2"/>
              </a:rPr>
              <a:t>w.springframework.org/schem</a:t>
            </a:r>
            <a:r>
              <a:rPr sz="1000" spc="5" dirty="0">
                <a:hlinkClick r:id="rId2"/>
              </a:rPr>
              <a:t>a</a:t>
            </a:r>
            <a:r>
              <a:rPr spc="-10" dirty="0">
                <a:hlinkClick r:id="rId2"/>
              </a:rPr>
              <a:t>/beans</a:t>
            </a:r>
            <a:r>
              <a:rPr spc="-10" dirty="0"/>
              <a:t> </a:t>
            </a:r>
            <a:r>
              <a:rPr sz="1000" spc="-10" dirty="0">
                <a:hlinkClick r:id="rId5"/>
              </a:rPr>
              <a:t>http://www.springframework.org/schema</a:t>
            </a:r>
            <a:r>
              <a:rPr sz="1000" spc="-5" dirty="0">
                <a:hlinkClick r:id="rId5"/>
              </a:rPr>
              <a:t>/</a:t>
            </a:r>
            <a:r>
              <a:rPr spc="-15" dirty="0">
                <a:hlinkClick r:id="rId5"/>
              </a:rPr>
              <a:t>b</a:t>
            </a:r>
            <a:r>
              <a:rPr spc="-10" dirty="0">
                <a:hlinkClick r:id="rId5"/>
              </a:rPr>
              <a:t>e</a:t>
            </a:r>
            <a:r>
              <a:rPr spc="-15" dirty="0">
                <a:hlinkClick r:id="rId5"/>
              </a:rPr>
              <a:t>a</a:t>
            </a:r>
            <a:r>
              <a:rPr spc="-10" dirty="0">
                <a:hlinkClick r:id="rId5"/>
              </a:rPr>
              <a:t>n</a:t>
            </a:r>
            <a:r>
              <a:rPr spc="-15" dirty="0">
                <a:hlinkClick r:id="rId5"/>
              </a:rPr>
              <a:t>s</a:t>
            </a:r>
            <a:r>
              <a:rPr spc="-10" dirty="0">
                <a:hlinkClick r:id="rId5"/>
              </a:rPr>
              <a:t>/</a:t>
            </a:r>
            <a:r>
              <a:rPr dirty="0">
                <a:hlinkClick r:id="rId5"/>
              </a:rPr>
              <a:t>s</a:t>
            </a:r>
            <a:r>
              <a:rPr spc="-15" dirty="0">
                <a:hlinkClick r:id="rId5"/>
              </a:rPr>
              <a:t>p</a:t>
            </a:r>
            <a:r>
              <a:rPr spc="-10" dirty="0">
                <a:hlinkClick r:id="rId5"/>
              </a:rPr>
              <a:t>r</a:t>
            </a:r>
            <a:r>
              <a:rPr spc="-15" dirty="0">
                <a:hlinkClick r:id="rId5"/>
              </a:rPr>
              <a:t>i</a:t>
            </a:r>
            <a:r>
              <a:rPr spc="-10" dirty="0">
                <a:hlinkClick r:id="rId5"/>
              </a:rPr>
              <a:t>n</a:t>
            </a:r>
            <a:r>
              <a:rPr dirty="0">
                <a:hlinkClick r:id="rId5"/>
              </a:rPr>
              <a:t>g</a:t>
            </a:r>
            <a:r>
              <a:rPr spc="-10" dirty="0">
                <a:hlinkClick r:id="rId5"/>
              </a:rPr>
              <a:t>-</a:t>
            </a:r>
            <a:r>
              <a:rPr dirty="0">
                <a:hlinkClick r:id="rId5"/>
              </a:rPr>
              <a:t>b</a:t>
            </a:r>
            <a:r>
              <a:rPr spc="-15" dirty="0">
                <a:hlinkClick r:id="rId5"/>
              </a:rPr>
              <a:t>e</a:t>
            </a:r>
            <a:r>
              <a:rPr spc="-10" dirty="0">
                <a:hlinkClick r:id="rId5"/>
              </a:rPr>
              <a:t>a</a:t>
            </a:r>
            <a:r>
              <a:rPr spc="-15" dirty="0">
                <a:hlinkClick r:id="rId5"/>
              </a:rPr>
              <a:t>n</a:t>
            </a:r>
            <a:r>
              <a:rPr dirty="0">
                <a:hlinkClick r:id="rId5"/>
              </a:rPr>
              <a:t>s-</a:t>
            </a:r>
            <a:r>
              <a:rPr lang="x-none" spc="-10" dirty="0">
                <a:hlinkClick r:id="rId5"/>
              </a:rPr>
              <a:t>4</a:t>
            </a:r>
            <a:r>
              <a:rPr spc="-10" dirty="0">
                <a:hlinkClick r:id="rId5"/>
              </a:rPr>
              <a:t>.0.xsd</a:t>
            </a:r>
            <a:endParaRPr sz="1000" dirty="0"/>
          </a:p>
          <a:p>
            <a:pPr marL="1057275" marR="13970">
              <a:lnSpc>
                <a:spcPct val="136300"/>
              </a:lnSpc>
              <a:spcBef>
                <a:spcPts val="10"/>
              </a:spcBef>
            </a:pPr>
            <a:r>
              <a:rPr sz="1000" spc="-10" dirty="0">
                <a:hlinkClick r:id="rId3"/>
              </a:rPr>
              <a:t>http://www.springframework.org/schem</a:t>
            </a:r>
            <a:r>
              <a:rPr sz="1000" spc="-5" dirty="0">
                <a:hlinkClick r:id="rId3"/>
              </a:rPr>
              <a:t>a</a:t>
            </a:r>
            <a:r>
              <a:rPr spc="-10" dirty="0">
                <a:hlinkClick r:id="rId3"/>
              </a:rPr>
              <a:t>/</a:t>
            </a:r>
            <a:r>
              <a:rPr b="1" spc="-15" dirty="0">
                <a:latin typeface="Courier New"/>
                <a:cs typeface="Courier New"/>
                <a:hlinkClick r:id="rId3"/>
              </a:rPr>
              <a:t>secu</a:t>
            </a:r>
            <a:r>
              <a:rPr b="1" spc="-10" dirty="0">
                <a:latin typeface="Courier New"/>
                <a:cs typeface="Courier New"/>
                <a:hlinkClick r:id="rId3"/>
              </a:rPr>
              <a:t>r</a:t>
            </a:r>
            <a:r>
              <a:rPr b="1" dirty="0">
                <a:latin typeface="Courier New"/>
                <a:cs typeface="Courier New"/>
                <a:hlinkClick r:id="rId3"/>
              </a:rPr>
              <a:t>i</a:t>
            </a:r>
            <a:r>
              <a:rPr b="1" spc="-15" dirty="0">
                <a:latin typeface="Courier New"/>
                <a:cs typeface="Courier New"/>
                <a:hlinkClick r:id="rId3"/>
              </a:rPr>
              <a:t>ty</a:t>
            </a:r>
            <a:r>
              <a:rPr b="1" spc="-15" dirty="0">
                <a:latin typeface="Courier New"/>
                <a:cs typeface="Courier New"/>
              </a:rPr>
              <a:t> </a:t>
            </a:r>
            <a:r>
              <a:rPr sz="1000" spc="-10" dirty="0">
                <a:hlinkClick r:id="rId6"/>
              </a:rPr>
              <a:t>http://www.springframework.org/schem</a:t>
            </a:r>
            <a:r>
              <a:rPr sz="1000" spc="-5" dirty="0">
                <a:hlinkClick r:id="rId6"/>
              </a:rPr>
              <a:t>a</a:t>
            </a:r>
            <a:r>
              <a:rPr spc="-15" dirty="0">
                <a:hlinkClick r:id="rId6"/>
              </a:rPr>
              <a:t>/</a:t>
            </a:r>
            <a:r>
              <a:rPr spc="-10" dirty="0">
                <a:hlinkClick r:id="rId6"/>
              </a:rPr>
              <a:t>s</a:t>
            </a:r>
            <a:r>
              <a:rPr spc="-15" dirty="0">
                <a:hlinkClick r:id="rId6"/>
              </a:rPr>
              <a:t>e</a:t>
            </a:r>
            <a:r>
              <a:rPr spc="-10" dirty="0">
                <a:hlinkClick r:id="rId6"/>
              </a:rPr>
              <a:t>c</a:t>
            </a:r>
            <a:r>
              <a:rPr spc="-15" dirty="0">
                <a:hlinkClick r:id="rId6"/>
              </a:rPr>
              <a:t>u</a:t>
            </a:r>
            <a:r>
              <a:rPr spc="-10" dirty="0">
                <a:hlinkClick r:id="rId6"/>
              </a:rPr>
              <a:t>r</a:t>
            </a:r>
            <a:r>
              <a:rPr dirty="0">
                <a:hlinkClick r:id="rId6"/>
              </a:rPr>
              <a:t>i</a:t>
            </a:r>
            <a:r>
              <a:rPr spc="-15" dirty="0">
                <a:hlinkClick r:id="rId6"/>
              </a:rPr>
              <a:t>t</a:t>
            </a:r>
            <a:r>
              <a:rPr spc="-10" dirty="0">
                <a:hlinkClick r:id="rId6"/>
              </a:rPr>
              <a:t>y</a:t>
            </a:r>
            <a:r>
              <a:rPr dirty="0">
                <a:hlinkClick r:id="rId6"/>
              </a:rPr>
              <a:t>/</a:t>
            </a:r>
            <a:r>
              <a:rPr b="1" spc="-15" dirty="0">
                <a:latin typeface="Courier New"/>
                <a:cs typeface="Courier New"/>
                <a:hlinkClick r:id="rId6"/>
              </a:rPr>
              <a:t>s</a:t>
            </a:r>
            <a:r>
              <a:rPr b="1" spc="-10" dirty="0">
                <a:latin typeface="Courier New"/>
                <a:cs typeface="Courier New"/>
                <a:hlinkClick r:id="rId6"/>
              </a:rPr>
              <a:t>p</a:t>
            </a:r>
            <a:r>
              <a:rPr b="1" spc="-15" dirty="0">
                <a:latin typeface="Courier New"/>
                <a:cs typeface="Courier New"/>
                <a:hlinkClick r:id="rId6"/>
              </a:rPr>
              <a:t>r</a:t>
            </a:r>
            <a:r>
              <a:rPr b="1" spc="0" dirty="0">
                <a:latin typeface="Courier New"/>
                <a:cs typeface="Courier New"/>
                <a:hlinkClick r:id="rId6"/>
              </a:rPr>
              <a:t>i</a:t>
            </a:r>
            <a:r>
              <a:rPr b="1" spc="-15" dirty="0">
                <a:latin typeface="Courier New"/>
                <a:cs typeface="Courier New"/>
                <a:hlinkClick r:id="rId6"/>
              </a:rPr>
              <a:t>n</a:t>
            </a:r>
            <a:r>
              <a:rPr b="1" spc="-5" dirty="0">
                <a:latin typeface="Courier New"/>
                <a:cs typeface="Courier New"/>
                <a:hlinkClick r:id="rId6"/>
              </a:rPr>
              <a:t>g</a:t>
            </a:r>
            <a:r>
              <a:rPr b="1" spc="-10" dirty="0">
                <a:latin typeface="Courier New"/>
                <a:cs typeface="Courier New"/>
                <a:hlinkClick r:id="rId6"/>
              </a:rPr>
              <a:t>-</a:t>
            </a:r>
            <a:r>
              <a:rPr b="1" spc="-15" dirty="0">
                <a:latin typeface="Courier New"/>
                <a:cs typeface="Courier New"/>
                <a:hlinkClick r:id="rId6"/>
              </a:rPr>
              <a:t>s</a:t>
            </a:r>
            <a:r>
              <a:rPr b="1" spc="0" dirty="0">
                <a:latin typeface="Courier New"/>
                <a:cs typeface="Courier New"/>
                <a:hlinkClick r:id="rId6"/>
              </a:rPr>
              <a:t>e</a:t>
            </a:r>
            <a:r>
              <a:rPr b="1" spc="-15" dirty="0">
                <a:latin typeface="Courier New"/>
                <a:cs typeface="Courier New"/>
                <a:hlinkClick r:id="rId6"/>
              </a:rPr>
              <a:t>c</a:t>
            </a:r>
            <a:r>
              <a:rPr b="1" spc="-10" dirty="0">
                <a:latin typeface="Courier New"/>
                <a:cs typeface="Courier New"/>
                <a:hlinkClick r:id="rId6"/>
              </a:rPr>
              <a:t>u</a:t>
            </a:r>
            <a:r>
              <a:rPr b="1" spc="-15" dirty="0">
                <a:latin typeface="Courier New"/>
                <a:cs typeface="Courier New"/>
                <a:hlinkClick r:id="rId6"/>
              </a:rPr>
              <a:t>r</a:t>
            </a:r>
            <a:r>
              <a:rPr b="1" spc="-10" dirty="0">
                <a:latin typeface="Courier New"/>
                <a:cs typeface="Courier New"/>
                <a:hlinkClick r:id="rId6"/>
              </a:rPr>
              <a:t>i</a:t>
            </a:r>
            <a:r>
              <a:rPr b="1" spc="-15" dirty="0">
                <a:latin typeface="Courier New"/>
                <a:cs typeface="Courier New"/>
                <a:hlinkClick r:id="rId6"/>
              </a:rPr>
              <a:t>t</a:t>
            </a:r>
            <a:r>
              <a:rPr b="1" dirty="0">
                <a:latin typeface="Courier New"/>
                <a:cs typeface="Courier New"/>
                <a:hlinkClick r:id="rId6"/>
              </a:rPr>
              <a:t>y</a:t>
            </a:r>
            <a:r>
              <a:rPr dirty="0">
                <a:hlinkClick r:id="rId6"/>
              </a:rPr>
              <a:t>-</a:t>
            </a:r>
            <a:r>
              <a:rPr lang="x-none" spc="-15" dirty="0">
                <a:hlinkClick r:id="rId6"/>
              </a:rPr>
              <a:t>4</a:t>
            </a:r>
            <a:r>
              <a:rPr spc="-10" dirty="0">
                <a:hlinkClick r:id="rId6"/>
              </a:rPr>
              <a:t>.</a:t>
            </a:r>
            <a:r>
              <a:rPr spc="-15" dirty="0">
                <a:hlinkClick r:id="rId6"/>
              </a:rPr>
              <a:t>0</a:t>
            </a:r>
            <a:r>
              <a:rPr spc="-10" dirty="0">
                <a:hlinkClick r:id="rId6"/>
              </a:rPr>
              <a:t>.</a:t>
            </a:r>
            <a:r>
              <a:rPr dirty="0">
                <a:hlinkClick r:id="rId6"/>
              </a:rPr>
              <a:t>x</a:t>
            </a:r>
            <a:r>
              <a:rPr spc="-15" dirty="0">
                <a:hlinkClick r:id="rId6"/>
              </a:rPr>
              <a:t>s</a:t>
            </a:r>
            <a:r>
              <a:rPr spc="-10" dirty="0">
                <a:hlinkClick r:id="rId6"/>
              </a:rPr>
              <a:t>d</a:t>
            </a:r>
            <a:r>
              <a:rPr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  <a:endParaRPr sz="1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131826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Fil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ers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</a:t>
            </a:r>
            <a:r>
              <a:rPr spc="-30" dirty="0"/>
              <a:t> </a:t>
            </a:r>
            <a:r>
              <a:rPr dirty="0"/>
              <a:t>fi</a:t>
            </a:r>
            <a:r>
              <a:rPr spc="-20" dirty="0"/>
              <a:t>l</a:t>
            </a:r>
            <a:r>
              <a:rPr dirty="0"/>
              <a:t>ter</a:t>
            </a:r>
            <a:r>
              <a:rPr lang="x-none" dirty="0"/>
              <a:t> (web.xml)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6864984" cy="3597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filte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-name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500380" marR="6350" indent="-243840">
              <a:lnSpc>
                <a:spcPct val="136300"/>
              </a:lnSpc>
              <a:spcBef>
                <a:spcPts val="1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ss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 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k</a:t>
            </a:r>
            <a:r>
              <a:rPr sz="1600" dirty="0">
                <a:latin typeface="Courier New"/>
                <a:cs typeface="Courier New"/>
              </a:rPr>
              <a:t>.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.</a:t>
            </a: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25" dirty="0">
                <a:latin typeface="Courier New"/>
                <a:cs typeface="Courier New"/>
              </a:rPr>
              <a:t>.</a:t>
            </a:r>
            <a:r>
              <a:rPr sz="1600" b="1" dirty="0">
                <a:latin typeface="Courier New"/>
                <a:cs typeface="Courier New"/>
              </a:rPr>
              <a:t>D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l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spc="-15" dirty="0">
                <a:latin typeface="Courier New"/>
                <a:cs typeface="Courier New"/>
              </a:rPr>
              <a:t>F</a:t>
            </a:r>
            <a:r>
              <a:rPr sz="1600" b="1" spc="-10" dirty="0">
                <a:latin typeface="Courier New"/>
                <a:cs typeface="Courier New"/>
              </a:rPr>
              <a:t>i</a:t>
            </a:r>
            <a:r>
              <a:rPr sz="1600" b="1" dirty="0">
                <a:latin typeface="Courier New"/>
                <a:cs typeface="Courier New"/>
              </a:rPr>
              <a:t>l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P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o</a:t>
            </a:r>
            <a:r>
              <a:rPr sz="1600" b="1" dirty="0">
                <a:latin typeface="Courier New"/>
                <a:cs typeface="Courier New"/>
              </a:rPr>
              <a:t>x</a:t>
            </a:r>
            <a:r>
              <a:rPr sz="1600" b="1" spc="-10" dirty="0">
                <a:latin typeface="Courier New"/>
                <a:cs typeface="Courier New"/>
              </a:rPr>
              <a:t>y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filt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filte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-name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url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0" dirty="0">
                <a:latin typeface="Courier New"/>
                <a:cs typeface="Courier New"/>
              </a:rPr>
              <a:t>/*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0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url-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Security </a:t>
            </a:r>
            <a:r>
              <a:rPr lang="en-US" dirty="0" err="1"/>
              <a:t>Config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752600"/>
            <a:ext cx="8610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EnableWebSecurity</a:t>
            </a:r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WebSecurityConfig</a:t>
            </a:r>
            <a:r>
              <a:rPr lang="en-US" dirty="0"/>
              <a:t> extends </a:t>
            </a:r>
            <a:r>
              <a:rPr lang="en-US" dirty="0" err="1"/>
              <a:t>WebSecurityConfigurerAdapter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	@Bean</a:t>
            </a:r>
          </a:p>
          <a:p>
            <a:r>
              <a:rPr lang="en-US" dirty="0"/>
              <a:t>	public </a:t>
            </a:r>
            <a:r>
              <a:rPr lang="en-US" dirty="0" err="1"/>
              <a:t>UserDetailsService</a:t>
            </a:r>
            <a:r>
              <a:rPr lang="en-US" dirty="0"/>
              <a:t> </a:t>
            </a:r>
            <a:r>
              <a:rPr lang="en-US" dirty="0" err="1"/>
              <a:t>userDetailsService</a:t>
            </a:r>
            <a:r>
              <a:rPr lang="en-US" dirty="0"/>
              <a:t>() throws Exception {</a:t>
            </a:r>
          </a:p>
          <a:p>
            <a:r>
              <a:rPr lang="en-US" dirty="0"/>
              <a:t>		</a:t>
            </a:r>
            <a:r>
              <a:rPr lang="en-US" dirty="0" err="1"/>
              <a:t>InMemoryUserDetailsManager</a:t>
            </a:r>
            <a:r>
              <a:rPr lang="en-US" dirty="0"/>
              <a:t> manager = </a:t>
            </a:r>
          </a:p>
          <a:p>
            <a:r>
              <a:rPr lang="en-US" dirty="0"/>
              <a:t>				new </a:t>
            </a:r>
            <a:r>
              <a:rPr lang="en-US" dirty="0" err="1"/>
              <a:t>InMemoryUserDetailsManager</a:t>
            </a:r>
            <a:r>
              <a:rPr lang="en-US" dirty="0"/>
              <a:t>();</a:t>
            </a:r>
          </a:p>
          <a:p>
            <a:r>
              <a:rPr lang="en-US" dirty="0"/>
              <a:t>											</a:t>
            </a:r>
            <a:r>
              <a:rPr lang="en-US" dirty="0" err="1"/>
              <a:t>manager.createUser</a:t>
            </a:r>
            <a:r>
              <a:rPr lang="en-US" dirty="0"/>
              <a:t>(</a:t>
            </a:r>
            <a:r>
              <a:rPr lang="en-US" dirty="0" err="1"/>
              <a:t>User.withUsername</a:t>
            </a:r>
            <a:r>
              <a:rPr lang="en-US" dirty="0"/>
              <a:t>("user")</a:t>
            </a:r>
          </a:p>
          <a:p>
            <a:r>
              <a:rPr lang="en-US" dirty="0"/>
              <a:t>				.password("password")</a:t>
            </a:r>
          </a:p>
          <a:p>
            <a:r>
              <a:rPr lang="en-US" dirty="0"/>
              <a:t>				.roles("USER").build());</a:t>
            </a:r>
          </a:p>
          <a:p>
            <a:r>
              <a:rPr lang="en-US" dirty="0"/>
              <a:t>		return manager;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931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387" y="357378"/>
            <a:ext cx="7761224" cy="492443"/>
          </a:xfrm>
        </p:spPr>
        <p:txBody>
          <a:bodyPr/>
          <a:lstStyle/>
          <a:p>
            <a:r>
              <a:rPr lang="en-US" sz="3200" dirty="0"/>
              <a:t>Security Filter (Java Configuration)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public class </a:t>
            </a:r>
            <a:r>
              <a:rPr lang="en-US" dirty="0" err="1">
                <a:latin typeface="Courier New"/>
                <a:cs typeface="Courier New"/>
              </a:rPr>
              <a:t>SecurityWebApplicationInitializer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	extends </a:t>
            </a:r>
            <a:r>
              <a:rPr lang="en-US" dirty="0" err="1">
                <a:latin typeface="Courier New"/>
                <a:cs typeface="Courier New"/>
              </a:rPr>
              <a:t>AbstractSecurityWebApplicationInitializer</a:t>
            </a:r>
            <a:r>
              <a:rPr lang="en-US" dirty="0">
                <a:latin typeface="Courier New"/>
                <a:cs typeface="Courier New"/>
              </a:rPr>
              <a:t> {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3200400"/>
            <a:ext cx="8382000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MvcWebApplicationInitializer</a:t>
            </a:r>
            <a:r>
              <a:rPr lang="en-US" dirty="0"/>
              <a:t> extends</a:t>
            </a:r>
          </a:p>
          <a:p>
            <a:r>
              <a:rPr lang="en-US" dirty="0"/>
              <a:t>		</a:t>
            </a:r>
            <a:r>
              <a:rPr lang="en-US" dirty="0" err="1"/>
              <a:t>AbstractAnnotationConfigDispatcherServletInitializer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	@Override</a:t>
            </a:r>
          </a:p>
          <a:p>
            <a:r>
              <a:rPr lang="en-US" dirty="0"/>
              <a:t>	protected Class&lt;?&gt;[] </a:t>
            </a:r>
            <a:r>
              <a:rPr lang="en-US" dirty="0" err="1"/>
              <a:t>getRootConfigClasses</a:t>
            </a:r>
            <a:r>
              <a:rPr lang="en-US" dirty="0"/>
              <a:t>() {</a:t>
            </a:r>
          </a:p>
          <a:p>
            <a:r>
              <a:rPr lang="en-US" dirty="0"/>
              <a:t>		return new Class[] { </a:t>
            </a:r>
            <a:r>
              <a:rPr lang="en-US" dirty="0" err="1"/>
              <a:t>WebSecurityConfig.class</a:t>
            </a:r>
            <a:r>
              <a:rPr lang="en-US" dirty="0"/>
              <a:t> };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// ... other overrides ...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541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Filter</a:t>
            </a:r>
            <a:r>
              <a:rPr spc="-25" dirty="0"/>
              <a:t> </a:t>
            </a:r>
            <a:r>
              <a:rPr spc="170" dirty="0"/>
              <a:t>c</a:t>
            </a:r>
            <a:r>
              <a:rPr dirty="0"/>
              <a:t>hain</a:t>
            </a:r>
          </a:p>
        </p:txBody>
      </p:sp>
      <p:sp>
        <p:nvSpPr>
          <p:cNvPr id="3" name="object 3"/>
          <p:cNvSpPr/>
          <p:nvPr/>
        </p:nvSpPr>
        <p:spPr>
          <a:xfrm>
            <a:off x="1633727" y="1600200"/>
            <a:ext cx="5376672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Filter</a:t>
            </a:r>
            <a:r>
              <a:rPr spc="-25" dirty="0"/>
              <a:t> </a:t>
            </a:r>
            <a:r>
              <a:rPr spc="170" dirty="0"/>
              <a:t>c</a:t>
            </a:r>
            <a:r>
              <a:rPr dirty="0"/>
              <a:t>hain</a:t>
            </a:r>
            <a:r>
              <a:rPr spc="-20" dirty="0"/>
              <a:t> </a:t>
            </a:r>
            <a:r>
              <a:rPr dirty="0"/>
              <a:t>(2)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540631"/>
            <a:ext cx="7844790" cy="949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6350" indent="-732155">
              <a:lnSpc>
                <a:spcPct val="1262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x</a:t>
            </a:r>
            <a:r>
              <a:rPr sz="1600" spc="4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5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filt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r-chai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-map</a:t>
            </a:r>
            <a:r>
              <a:rPr sz="1600" spc="1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path-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372" y="2529966"/>
            <a:ext cx="210185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in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5205" rIns="0" bIns="0" rtlCol="0">
            <a:spAutoFit/>
          </a:bodyPr>
          <a:lstStyle/>
          <a:p>
            <a:pPr marL="2905760" marR="250825">
              <a:lnSpc>
                <a:spcPct val="126299"/>
              </a:lnSpc>
            </a:pPr>
            <a:r>
              <a:rPr spc="-15" dirty="0">
                <a:solidFill>
                  <a:srgbClr val="7E007E"/>
                </a:solidFill>
              </a:rPr>
              <a:t>p</a:t>
            </a:r>
            <a:r>
              <a:rPr spc="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t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r</a:t>
            </a:r>
            <a:r>
              <a:rPr spc="-5" dirty="0">
                <a:solidFill>
                  <a:srgbClr val="7E007E"/>
                </a:solidFill>
              </a:rPr>
              <a:t>n</a:t>
            </a:r>
            <a:r>
              <a:rPr spc="-10" dirty="0"/>
              <a:t>=</a:t>
            </a:r>
            <a:r>
              <a:rPr dirty="0"/>
              <a:t>"</a:t>
            </a:r>
            <a:r>
              <a:rPr spc="-15" dirty="0"/>
              <a:t>/</a:t>
            </a:r>
            <a:r>
              <a:rPr spc="-10" dirty="0"/>
              <a:t>l</a:t>
            </a:r>
            <a:r>
              <a:rPr spc="-15" dirty="0"/>
              <a:t>o</a:t>
            </a:r>
            <a:r>
              <a:rPr spc="-10" dirty="0"/>
              <a:t>g</a:t>
            </a:r>
            <a:r>
              <a:rPr dirty="0"/>
              <a:t>i</a:t>
            </a:r>
            <a:r>
              <a:rPr spc="-15" dirty="0"/>
              <a:t>n</a:t>
            </a:r>
            <a:r>
              <a:rPr spc="-10" dirty="0"/>
              <a:t>.</a:t>
            </a:r>
            <a:r>
              <a:rPr spc="-15" dirty="0"/>
              <a:t>d</a:t>
            </a:r>
            <a:r>
              <a:rPr spc="-10" dirty="0"/>
              <a:t>o</a:t>
            </a:r>
            <a:r>
              <a:rPr spc="-15" dirty="0"/>
              <a:t>*</a:t>
            </a:r>
            <a:r>
              <a:rPr spc="-10" dirty="0"/>
              <a:t>"</a:t>
            </a:r>
            <a:r>
              <a:rPr spc="25" dirty="0"/>
              <a:t> </a:t>
            </a:r>
            <a:r>
              <a:rPr spc="-15" dirty="0">
                <a:solidFill>
                  <a:srgbClr val="7E007E"/>
                </a:solidFill>
              </a:rPr>
              <a:t>f</a:t>
            </a:r>
            <a:r>
              <a:rPr spc="-10" dirty="0">
                <a:solidFill>
                  <a:srgbClr val="7E007E"/>
                </a:solidFill>
              </a:rPr>
              <a:t>i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dirty="0">
                <a:solidFill>
                  <a:srgbClr val="7E007E"/>
                </a:solidFill>
              </a:rPr>
              <a:t>e</a:t>
            </a:r>
            <a:r>
              <a:rPr spc="-15" dirty="0">
                <a:solidFill>
                  <a:srgbClr val="7E007E"/>
                </a:solidFill>
              </a:rPr>
              <a:t>r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10" dirty="0"/>
              <a:t>=</a:t>
            </a:r>
            <a:r>
              <a:rPr spc="-15" dirty="0"/>
              <a:t>"</a:t>
            </a:r>
            <a:r>
              <a:rPr spc="-10" dirty="0"/>
              <a:t>n</a:t>
            </a:r>
            <a:r>
              <a:rPr spc="-15" dirty="0"/>
              <a:t>o</a:t>
            </a:r>
            <a:r>
              <a:rPr spc="0" dirty="0"/>
              <a:t>n</a:t>
            </a:r>
            <a:r>
              <a:rPr spc="-15" dirty="0"/>
              <a:t>e</a:t>
            </a:r>
            <a:r>
              <a:rPr spc="-5" dirty="0"/>
              <a:t>"</a:t>
            </a:r>
            <a:r>
              <a:rPr spc="-10" dirty="0">
                <a:solidFill>
                  <a:srgbClr val="008080"/>
                </a:solidFill>
              </a:rPr>
              <a:t>/&gt; </a:t>
            </a:r>
            <a:r>
              <a:rPr spc="-15" dirty="0">
                <a:solidFill>
                  <a:srgbClr val="7E007E"/>
                </a:solidFill>
              </a:rPr>
              <a:t>p</a:t>
            </a:r>
            <a:r>
              <a:rPr spc="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t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r</a:t>
            </a:r>
            <a:r>
              <a:rPr spc="-5" dirty="0">
                <a:solidFill>
                  <a:srgbClr val="7E007E"/>
                </a:solidFill>
              </a:rPr>
              <a:t>n</a:t>
            </a:r>
            <a:r>
              <a:rPr spc="-10" dirty="0"/>
              <a:t>=</a:t>
            </a:r>
            <a:r>
              <a:rPr dirty="0"/>
              <a:t>"</a:t>
            </a:r>
            <a:r>
              <a:rPr spc="-15" dirty="0"/>
              <a:t>/</a:t>
            </a:r>
            <a:r>
              <a:rPr spc="-10" dirty="0"/>
              <a:t>*</a:t>
            </a:r>
            <a:r>
              <a:rPr spc="-15" dirty="0"/>
              <a:t>*</a:t>
            </a:r>
            <a:r>
              <a:rPr spc="-10" dirty="0"/>
              <a:t>.</a:t>
            </a:r>
            <a:r>
              <a:rPr dirty="0"/>
              <a:t>d</a:t>
            </a:r>
            <a:r>
              <a:rPr spc="-15" dirty="0"/>
              <a:t>o</a:t>
            </a:r>
            <a:r>
              <a:rPr spc="-10" dirty="0"/>
              <a:t>*"</a:t>
            </a:r>
          </a:p>
          <a:p>
            <a:pPr marL="3150870" indent="-245745">
              <a:lnSpc>
                <a:spcPct val="100000"/>
              </a:lnSpc>
              <a:spcBef>
                <a:spcPts val="500"/>
              </a:spcBef>
            </a:pPr>
            <a:r>
              <a:rPr spc="-15" dirty="0">
                <a:solidFill>
                  <a:srgbClr val="7E007E"/>
                </a:solidFill>
              </a:rPr>
              <a:t>f</a:t>
            </a:r>
            <a:r>
              <a:rPr spc="0" dirty="0">
                <a:solidFill>
                  <a:srgbClr val="7E007E"/>
                </a:solidFill>
              </a:rPr>
              <a:t>i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r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spc="-10" dirty="0"/>
              <a:t>="</a:t>
            </a:r>
          </a:p>
          <a:p>
            <a:pPr marL="3150870" marR="6350">
              <a:lnSpc>
                <a:spcPct val="126400"/>
              </a:lnSpc>
              <a:spcBef>
                <a:spcPts val="10"/>
              </a:spcBef>
            </a:pPr>
            <a:r>
              <a:rPr spc="-15" dirty="0"/>
              <a:t>s</a:t>
            </a:r>
            <a:r>
              <a:rPr spc="-10" dirty="0"/>
              <a:t>e</a:t>
            </a:r>
            <a:r>
              <a:rPr spc="-15" dirty="0"/>
              <a:t>c</a:t>
            </a:r>
            <a:r>
              <a:rPr spc="-10" dirty="0"/>
              <a:t>u</a:t>
            </a:r>
            <a:r>
              <a:rPr spc="-15" dirty="0"/>
              <a:t>r</a:t>
            </a:r>
            <a:r>
              <a:rPr spc="-10" dirty="0"/>
              <a:t>i</a:t>
            </a:r>
            <a:r>
              <a:rPr dirty="0"/>
              <a:t>t</a:t>
            </a:r>
            <a:r>
              <a:rPr spc="-15" dirty="0"/>
              <a:t>y</a:t>
            </a:r>
            <a:r>
              <a:rPr spc="-10" dirty="0"/>
              <a:t>C</a:t>
            </a:r>
            <a:r>
              <a:rPr spc="-15" dirty="0"/>
              <a:t>o</a:t>
            </a:r>
            <a:r>
              <a:rPr spc="-10" dirty="0"/>
              <a:t>n</a:t>
            </a:r>
            <a:r>
              <a:rPr dirty="0"/>
              <a:t>t</a:t>
            </a:r>
            <a:r>
              <a:rPr spc="-15" dirty="0"/>
              <a:t>e</a:t>
            </a:r>
            <a:r>
              <a:rPr spc="-10" dirty="0"/>
              <a:t>x</a:t>
            </a:r>
            <a:r>
              <a:rPr spc="-15" dirty="0"/>
              <a:t>t</a:t>
            </a:r>
            <a:r>
              <a:rPr spc="-10" dirty="0"/>
              <a:t>P</a:t>
            </a:r>
            <a:r>
              <a:rPr spc="-15" dirty="0"/>
              <a:t>e</a:t>
            </a:r>
            <a:r>
              <a:rPr spc="-10" dirty="0"/>
              <a:t>r</a:t>
            </a:r>
            <a:r>
              <a:rPr dirty="0"/>
              <a:t>s</a:t>
            </a:r>
            <a:r>
              <a:rPr spc="-15" dirty="0"/>
              <a:t>i</a:t>
            </a:r>
            <a:r>
              <a:rPr spc="-10" dirty="0"/>
              <a:t>s</a:t>
            </a:r>
            <a:r>
              <a:rPr spc="-15" dirty="0"/>
              <a:t>t</a:t>
            </a:r>
            <a:r>
              <a:rPr spc="-10" dirty="0"/>
              <a:t>e</a:t>
            </a:r>
            <a:r>
              <a:rPr dirty="0"/>
              <a:t>n</a:t>
            </a:r>
            <a:r>
              <a:rPr spc="-15" dirty="0"/>
              <a:t>c</a:t>
            </a:r>
            <a:r>
              <a:rPr spc="-10" dirty="0"/>
              <a:t>e</a:t>
            </a:r>
            <a:r>
              <a:rPr spc="-15" dirty="0"/>
              <a:t>F</a:t>
            </a:r>
            <a:r>
              <a:rPr spc="-10" dirty="0"/>
              <a:t>i</a:t>
            </a:r>
            <a:r>
              <a:rPr spc="-15" dirty="0"/>
              <a:t>l</a:t>
            </a:r>
            <a:r>
              <a:rPr spc="-10" dirty="0"/>
              <a:t>t</a:t>
            </a:r>
            <a:r>
              <a:rPr dirty="0"/>
              <a:t>e</a:t>
            </a:r>
            <a:r>
              <a:rPr spc="25" dirty="0"/>
              <a:t>r</a:t>
            </a:r>
            <a:r>
              <a:rPr spc="-10" dirty="0"/>
              <a:t>, </a:t>
            </a:r>
            <a:r>
              <a:rPr spc="-15" dirty="0"/>
              <a:t>l</a:t>
            </a:r>
            <a:r>
              <a:rPr spc="-10" dirty="0"/>
              <a:t>o</a:t>
            </a:r>
            <a:r>
              <a:rPr spc="-15" dirty="0"/>
              <a:t>g</a:t>
            </a:r>
            <a:r>
              <a:rPr spc="-10" dirty="0"/>
              <a:t>o</a:t>
            </a:r>
            <a:r>
              <a:rPr spc="-15" dirty="0"/>
              <a:t>u</a:t>
            </a:r>
            <a:r>
              <a:rPr spc="-10" dirty="0"/>
              <a:t>t</a:t>
            </a:r>
            <a:r>
              <a:rPr dirty="0"/>
              <a:t>F</a:t>
            </a:r>
            <a:r>
              <a:rPr spc="-15" dirty="0"/>
              <a:t>i</a:t>
            </a:r>
            <a:r>
              <a:rPr spc="-10" dirty="0"/>
              <a:t>l</a:t>
            </a:r>
            <a:r>
              <a:rPr spc="-15" dirty="0"/>
              <a:t>t</a:t>
            </a:r>
            <a:r>
              <a:rPr spc="-10" dirty="0"/>
              <a:t>e</a:t>
            </a:r>
            <a:r>
              <a:rPr spc="15" dirty="0"/>
              <a:t>r</a:t>
            </a:r>
            <a:r>
              <a:rPr spc="-10" dirty="0"/>
              <a:t>, </a:t>
            </a:r>
            <a:r>
              <a:rPr spc="-15" dirty="0"/>
              <a:t>u</a:t>
            </a:r>
            <a:r>
              <a:rPr spc="-10" dirty="0"/>
              <a:t>s</a:t>
            </a:r>
            <a:r>
              <a:rPr spc="-15" dirty="0"/>
              <a:t>e</a:t>
            </a:r>
            <a:r>
              <a:rPr spc="-10" dirty="0"/>
              <a:t>r</a:t>
            </a:r>
            <a:r>
              <a:rPr spc="-15" dirty="0"/>
              <a:t>n</a:t>
            </a:r>
            <a:r>
              <a:rPr spc="-10" dirty="0"/>
              <a:t>a</a:t>
            </a:r>
            <a:r>
              <a:rPr dirty="0"/>
              <a:t>m</a:t>
            </a:r>
            <a:r>
              <a:rPr spc="-15" dirty="0"/>
              <a:t>e</a:t>
            </a:r>
            <a:r>
              <a:rPr spc="-10" dirty="0"/>
              <a:t>P</a:t>
            </a:r>
            <a:r>
              <a:rPr spc="-15" dirty="0"/>
              <a:t>a</a:t>
            </a:r>
            <a:r>
              <a:rPr spc="-10" dirty="0"/>
              <a:t>s</a:t>
            </a:r>
            <a:r>
              <a:rPr dirty="0"/>
              <a:t>s</a:t>
            </a:r>
            <a:r>
              <a:rPr spc="-15" dirty="0"/>
              <a:t>w</a:t>
            </a:r>
            <a:r>
              <a:rPr spc="-10" dirty="0"/>
              <a:t>o</a:t>
            </a:r>
            <a:r>
              <a:rPr spc="-15" dirty="0"/>
              <a:t>r</a:t>
            </a:r>
            <a:r>
              <a:rPr spc="-10" dirty="0"/>
              <a:t>d</a:t>
            </a:r>
            <a:r>
              <a:rPr spc="-15" dirty="0"/>
              <a:t>A</a:t>
            </a:r>
            <a:r>
              <a:rPr spc="-10" dirty="0"/>
              <a:t>u</a:t>
            </a:r>
            <a:r>
              <a:rPr dirty="0"/>
              <a:t>t</a:t>
            </a:r>
            <a:r>
              <a:rPr spc="-15" dirty="0"/>
              <a:t>h</a:t>
            </a:r>
            <a:r>
              <a:rPr spc="-10" dirty="0"/>
              <a:t>e</a:t>
            </a:r>
            <a:r>
              <a:rPr spc="-15" dirty="0"/>
              <a:t>n</a:t>
            </a:r>
            <a:r>
              <a:rPr spc="-10" dirty="0"/>
              <a:t>t</a:t>
            </a:r>
            <a:r>
              <a:rPr dirty="0"/>
              <a:t>i</a:t>
            </a:r>
            <a:r>
              <a:rPr spc="-15" dirty="0"/>
              <a:t>c</a:t>
            </a:r>
            <a:r>
              <a:rPr spc="-10" dirty="0"/>
              <a:t>a</a:t>
            </a:r>
            <a:r>
              <a:rPr spc="-15" dirty="0"/>
              <a:t>t</a:t>
            </a:r>
            <a:r>
              <a:rPr spc="-10"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dirty="0"/>
              <a:t>F</a:t>
            </a:r>
            <a:r>
              <a:rPr spc="-15" dirty="0"/>
              <a:t>i</a:t>
            </a:r>
            <a:r>
              <a:rPr spc="-10" dirty="0"/>
              <a:t>l</a:t>
            </a:r>
            <a:r>
              <a:rPr spc="-15" dirty="0"/>
              <a:t>t</a:t>
            </a:r>
            <a:r>
              <a:rPr spc="-10" dirty="0"/>
              <a:t>e</a:t>
            </a:r>
            <a:r>
              <a:rPr spc="40" dirty="0"/>
              <a:t>r</a:t>
            </a:r>
            <a:r>
              <a:rPr spc="-10" dirty="0"/>
              <a:t>, </a:t>
            </a:r>
            <a:r>
              <a:rPr spc="-15" dirty="0"/>
              <a:t>r</a:t>
            </a:r>
            <a:r>
              <a:rPr spc="-10" dirty="0"/>
              <a:t>e</a:t>
            </a:r>
            <a:r>
              <a:rPr spc="-15" dirty="0"/>
              <a:t>m</a:t>
            </a:r>
            <a:r>
              <a:rPr spc="-10" dirty="0"/>
              <a:t>e</a:t>
            </a:r>
            <a:r>
              <a:rPr spc="-15" dirty="0"/>
              <a:t>m</a:t>
            </a:r>
            <a:r>
              <a:rPr spc="-10" dirty="0"/>
              <a:t>b</a:t>
            </a:r>
            <a:r>
              <a:rPr dirty="0"/>
              <a:t>e</a:t>
            </a:r>
            <a:r>
              <a:rPr spc="-15" dirty="0"/>
              <a:t>r</a:t>
            </a:r>
            <a:r>
              <a:rPr spc="-10" dirty="0"/>
              <a:t>M</a:t>
            </a:r>
            <a:r>
              <a:rPr spc="-15" dirty="0"/>
              <a:t>e</a:t>
            </a:r>
            <a:r>
              <a:rPr spc="-10" dirty="0"/>
              <a:t>A</a:t>
            </a:r>
            <a:r>
              <a:rPr dirty="0"/>
              <a:t>u</a:t>
            </a:r>
            <a:r>
              <a:rPr spc="-15" dirty="0"/>
              <a:t>t</a:t>
            </a:r>
            <a:r>
              <a:rPr spc="-10" dirty="0"/>
              <a:t>h</a:t>
            </a:r>
            <a:r>
              <a:rPr spc="-15" dirty="0"/>
              <a:t>e</a:t>
            </a:r>
            <a:r>
              <a:rPr spc="-10" dirty="0"/>
              <a:t>n</a:t>
            </a:r>
            <a:r>
              <a:rPr spc="-15" dirty="0"/>
              <a:t>t</a:t>
            </a:r>
            <a:r>
              <a:rPr spc="-10" dirty="0"/>
              <a:t>i</a:t>
            </a:r>
            <a:r>
              <a:rPr dirty="0"/>
              <a:t>c</a:t>
            </a:r>
            <a:r>
              <a:rPr spc="-15" dirty="0"/>
              <a:t>a</a:t>
            </a:r>
            <a:r>
              <a:rPr spc="-10" dirty="0"/>
              <a:t>t</a:t>
            </a:r>
            <a:r>
              <a:rPr spc="-15" dirty="0"/>
              <a:t>i</a:t>
            </a:r>
            <a:r>
              <a:rPr spc="-10" dirty="0"/>
              <a:t>o</a:t>
            </a:r>
            <a:r>
              <a:rPr dirty="0"/>
              <a:t>n</a:t>
            </a:r>
            <a:r>
              <a:rPr spc="-15" dirty="0"/>
              <a:t>F</a:t>
            </a:r>
            <a:r>
              <a:rPr spc="-10" dirty="0"/>
              <a:t>i</a:t>
            </a:r>
            <a:r>
              <a:rPr spc="-15" dirty="0"/>
              <a:t>l</a:t>
            </a:r>
            <a:r>
              <a:rPr spc="-10" dirty="0"/>
              <a:t>t</a:t>
            </a:r>
            <a:r>
              <a:rPr spc="-15" dirty="0"/>
              <a:t>e</a:t>
            </a:r>
            <a:r>
              <a:rPr spc="25" dirty="0"/>
              <a:t>r</a:t>
            </a:r>
            <a:r>
              <a:rPr spc="-10" dirty="0"/>
              <a:t>, </a:t>
            </a:r>
            <a:r>
              <a:rPr spc="-15" dirty="0"/>
              <a:t>e</a:t>
            </a:r>
            <a:r>
              <a:rPr spc="-10" dirty="0"/>
              <a:t>x</a:t>
            </a:r>
            <a:r>
              <a:rPr spc="-15" dirty="0"/>
              <a:t>c</a:t>
            </a:r>
            <a:r>
              <a:rPr spc="-10" dirty="0"/>
              <a:t>e</a:t>
            </a:r>
            <a:r>
              <a:rPr spc="-15" dirty="0"/>
              <a:t>p</a:t>
            </a:r>
            <a:r>
              <a:rPr spc="-10" dirty="0"/>
              <a:t>t</a:t>
            </a:r>
            <a:r>
              <a:rPr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spc="-15" dirty="0"/>
              <a:t>T</a:t>
            </a:r>
            <a:r>
              <a:rPr spc="-10" dirty="0"/>
              <a:t>r</a:t>
            </a:r>
            <a:r>
              <a:rPr dirty="0"/>
              <a:t>a</a:t>
            </a:r>
            <a:r>
              <a:rPr spc="-15" dirty="0"/>
              <a:t>n</a:t>
            </a:r>
            <a:r>
              <a:rPr spc="-10" dirty="0"/>
              <a:t>s</a:t>
            </a:r>
            <a:r>
              <a:rPr spc="-15" dirty="0"/>
              <a:t>l</a:t>
            </a:r>
            <a:r>
              <a:rPr spc="-10" dirty="0"/>
              <a:t>a</a:t>
            </a:r>
            <a:r>
              <a:rPr spc="-15" dirty="0"/>
              <a:t>t</a:t>
            </a:r>
            <a:r>
              <a:rPr spc="-10" dirty="0"/>
              <a:t>i</a:t>
            </a:r>
            <a:r>
              <a:rPr dirty="0"/>
              <a:t>o</a:t>
            </a:r>
            <a:r>
              <a:rPr spc="-15" dirty="0"/>
              <a:t>n</a:t>
            </a:r>
            <a:r>
              <a:rPr spc="-10" dirty="0"/>
              <a:t>F</a:t>
            </a:r>
            <a:r>
              <a:rPr spc="-15" dirty="0"/>
              <a:t>i</a:t>
            </a:r>
            <a:r>
              <a:rPr spc="-10" dirty="0"/>
              <a:t>l</a:t>
            </a:r>
            <a:r>
              <a:rPr dirty="0"/>
              <a:t>t</a:t>
            </a:r>
            <a:r>
              <a:rPr spc="-15" dirty="0"/>
              <a:t>e</a:t>
            </a:r>
            <a:r>
              <a:rPr spc="20" dirty="0"/>
              <a:t>r</a:t>
            </a:r>
            <a:r>
              <a:rPr spc="-10" dirty="0"/>
              <a:t>, </a:t>
            </a:r>
            <a:r>
              <a:rPr spc="-15" dirty="0"/>
              <a:t>f</a:t>
            </a:r>
            <a:r>
              <a:rPr spc="-10" dirty="0"/>
              <a:t>i</a:t>
            </a:r>
            <a:r>
              <a:rPr spc="-15" dirty="0"/>
              <a:t>l</a:t>
            </a:r>
            <a:r>
              <a:rPr spc="-10" dirty="0"/>
              <a:t>t</a:t>
            </a:r>
            <a:r>
              <a:rPr spc="-15" dirty="0"/>
              <a:t>e</a:t>
            </a:r>
            <a:r>
              <a:rPr spc="-10" dirty="0"/>
              <a:t>r</a:t>
            </a:r>
            <a:r>
              <a:rPr dirty="0"/>
              <a:t>S</a:t>
            </a:r>
            <a:r>
              <a:rPr spc="-15" dirty="0"/>
              <a:t>e</a:t>
            </a:r>
            <a:r>
              <a:rPr spc="-10" dirty="0"/>
              <a:t>c</a:t>
            </a:r>
            <a:r>
              <a:rPr spc="-15" dirty="0"/>
              <a:t>u</a:t>
            </a:r>
            <a:r>
              <a:rPr spc="-10" dirty="0"/>
              <a:t>r</a:t>
            </a:r>
            <a:r>
              <a:rPr dirty="0"/>
              <a:t>i</a:t>
            </a:r>
            <a:r>
              <a:rPr spc="-15" dirty="0"/>
              <a:t>t</a:t>
            </a:r>
            <a:r>
              <a:rPr spc="-10" dirty="0"/>
              <a:t>y</a:t>
            </a:r>
            <a:r>
              <a:rPr spc="-15" dirty="0"/>
              <a:t>I</a:t>
            </a:r>
            <a:r>
              <a:rPr spc="-10" dirty="0"/>
              <a:t>n</a:t>
            </a:r>
            <a:r>
              <a:rPr spc="-15" dirty="0"/>
              <a:t>t</a:t>
            </a:r>
            <a:r>
              <a:rPr spc="-10" dirty="0"/>
              <a:t>e</a:t>
            </a:r>
            <a:r>
              <a:rPr dirty="0"/>
              <a:t>r</a:t>
            </a:r>
            <a:r>
              <a:rPr spc="-15" dirty="0"/>
              <a:t>c</a:t>
            </a:r>
            <a:r>
              <a:rPr spc="-10" dirty="0"/>
              <a:t>e</a:t>
            </a:r>
            <a:r>
              <a:rPr spc="-15" dirty="0"/>
              <a:t>p</a:t>
            </a:r>
            <a:r>
              <a:rPr spc="-10" dirty="0"/>
              <a:t>t</a:t>
            </a:r>
            <a:r>
              <a:rPr dirty="0"/>
              <a:t>o</a:t>
            </a:r>
            <a:r>
              <a:rPr spc="15" dirty="0"/>
              <a:t>r</a:t>
            </a:r>
            <a:r>
              <a:rPr spc="-10" dirty="0"/>
              <a:t>"</a:t>
            </a:r>
            <a:r>
              <a:rPr dirty="0"/>
              <a:t> 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1387" y="5305805"/>
            <a:ext cx="3080385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fi</a:t>
            </a:r>
            <a:r>
              <a:rPr spc="-20" dirty="0"/>
              <a:t>l</a:t>
            </a:r>
            <a:r>
              <a:rPr dirty="0"/>
              <a:t>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6425" y="1593850"/>
          <a:ext cx="8455024" cy="4190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8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Filter</a:t>
                      </a:r>
                      <a:endParaRPr sz="1800" dirty="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Descri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p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n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Chann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lP</a:t>
                      </a:r>
                      <a:r>
                        <a:rPr sz="1500" spc="-2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oce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singF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en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es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that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qu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st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be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g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spc="-2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er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HTTP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or HTTPS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Secur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ity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ont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xt</a:t>
                      </a:r>
                      <a:r>
                        <a:rPr sz="1500" spc="-9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ers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stentFi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9065">
                        <a:lnSpc>
                          <a:spcPct val="100000"/>
                        </a:lnSpc>
                      </a:pPr>
                      <a:r>
                        <a:rPr sz="1500" spc="-7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opulates</a:t>
                      </a:r>
                      <a:r>
                        <a:rPr sz="1500" spc="-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the</a:t>
                      </a:r>
                      <a:r>
                        <a:rPr sz="15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cur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it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cont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xt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g 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in</a:t>
                      </a:r>
                      <a:r>
                        <a:rPr sz="1500" spc="-2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ation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obtained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om</a:t>
                      </a:r>
                      <a:r>
                        <a:rPr sz="1500" spc="-2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the r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posit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ry</a:t>
                      </a:r>
                      <a:r>
                        <a:rPr sz="1500" spc="-2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(http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io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n)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LogoutFi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Us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d</a:t>
                      </a:r>
                      <a:r>
                        <a:rPr sz="1500" spc="-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to</a:t>
                      </a:r>
                      <a:r>
                        <a:rPr sz="15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lo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g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er out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of</a:t>
                      </a:r>
                      <a:r>
                        <a:rPr sz="15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the app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ation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Us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name</a:t>
                      </a:r>
                      <a:r>
                        <a:rPr sz="1500" spc="-8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as</a:t>
                      </a:r>
                      <a:r>
                        <a:rPr sz="1500" spc="-2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30" dirty="0">
                          <a:latin typeface="Tw Cen MT"/>
                          <a:cs typeface="Tw Cen MT"/>
                        </a:rPr>
                        <a:t>w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rdAut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ationFi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cepts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 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er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’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nd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d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ls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nd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ttempts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</a:t>
                      </a:r>
                      <a:endParaRPr sz="1600">
                        <a:latin typeface="Tw Cen MT"/>
                        <a:cs typeface="Tw Cen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hent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te</a:t>
                      </a:r>
                      <a:r>
                        <a:rPr sz="16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 u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er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Bas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Auth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ationFi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768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empts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au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hentic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te</a:t>
                      </a:r>
                      <a:r>
                        <a:rPr sz="16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user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90" dirty="0">
                          <a:latin typeface="Tw Cen MT"/>
                          <a:cs typeface="Tw Cen MT"/>
                        </a:rPr>
                        <a:t>b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spc="-4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ocess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ng</a:t>
                      </a:r>
                      <a:r>
                        <a:rPr sz="16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TP B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ut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tion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x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ception</a:t>
                      </a:r>
                      <a:r>
                        <a:rPr sz="1500" spc="-7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an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lat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onF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r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9716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d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le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3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5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cess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D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enied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spc="-35" dirty="0">
                          <a:latin typeface="Tw Cen MT"/>
                          <a:cs typeface="Tw Cen MT"/>
                        </a:rPr>
                        <a:t>x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ception</a:t>
                      </a:r>
                      <a:r>
                        <a:rPr sz="1600" spc="5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or 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thenti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tionE</a:t>
                      </a:r>
                      <a:r>
                        <a:rPr sz="1600" spc="-35" dirty="0">
                          <a:latin typeface="Tw Cen MT"/>
                          <a:cs typeface="Tw Cen MT"/>
                        </a:rPr>
                        <a:t>x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ception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Fi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ter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ecurityInterceptor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w Cen MT"/>
                          <a:cs typeface="Tw Cen MT"/>
                        </a:rPr>
                        <a:t>D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id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es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whether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or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w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cess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secu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ed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resou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ce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312610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Authentic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tion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60" dirty="0"/>
              <a:t> </a:t>
            </a:r>
            <a:r>
              <a:rPr spc="-85" dirty="0"/>
              <a:t>v</a:t>
            </a:r>
            <a:r>
              <a:rPr dirty="0"/>
              <a:t>ar</a:t>
            </a:r>
            <a:r>
              <a:rPr spc="-20" dirty="0"/>
              <a:t>i</a:t>
            </a:r>
            <a:r>
              <a:rPr dirty="0"/>
              <a:t>ants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2851785" cy="205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re</a:t>
            </a:r>
            <a:r>
              <a:rPr sz="2900" spc="5" dirty="0">
                <a:latin typeface="Tw Cen MT"/>
                <a:cs typeface="Tw Cen MT"/>
              </a:rPr>
              <a:t>d</a:t>
            </a:r>
            <a:r>
              <a:rPr sz="2900" dirty="0">
                <a:latin typeface="Tw Cen MT"/>
                <a:cs typeface="Tw Cen MT"/>
              </a:rPr>
              <a:t>enti</a:t>
            </a:r>
            <a:r>
              <a:rPr sz="2900" spc="5" dirty="0">
                <a:latin typeface="Tw Cen MT"/>
                <a:cs typeface="Tw Cen MT"/>
              </a:rPr>
              <a:t>al-</a:t>
            </a:r>
            <a:r>
              <a:rPr sz="2900" dirty="0">
                <a:latin typeface="Tw Cen MT"/>
                <a:cs typeface="Tw Cen MT"/>
              </a:rPr>
              <a:t>b</a:t>
            </a:r>
            <a:r>
              <a:rPr sz="2900" spc="-1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sed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t</a:t>
            </a:r>
            <a:r>
              <a:rPr sz="2900" spc="-65" dirty="0">
                <a:latin typeface="Tw Cen MT"/>
                <a:cs typeface="Tw Cen MT"/>
              </a:rPr>
              <a:t>w</a:t>
            </a:r>
            <a:r>
              <a:rPr sz="2900" spc="-5" dirty="0">
                <a:latin typeface="Tw Cen MT"/>
                <a:cs typeface="Tw Cen MT"/>
              </a:rPr>
              <a:t>o</a:t>
            </a:r>
            <a:r>
              <a:rPr sz="2900" dirty="0">
                <a:latin typeface="Tw Cen MT"/>
                <a:cs typeface="Tw Cen MT"/>
              </a:rPr>
              <a:t>-fac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or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ha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spc="-55" dirty="0">
                <a:latin typeface="Tw Cen MT"/>
                <a:cs typeface="Tw Cen MT"/>
              </a:rPr>
              <a:t>d</a:t>
            </a:r>
            <a:r>
              <a:rPr sz="2900" spc="-125" dirty="0">
                <a:latin typeface="Tw Cen MT"/>
                <a:cs typeface="Tw Cen MT"/>
              </a:rPr>
              <a:t>w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othe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…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60" dirty="0"/>
              <a:t> </a:t>
            </a:r>
            <a:r>
              <a:rPr dirty="0"/>
              <a:t>me</a:t>
            </a:r>
            <a:r>
              <a:rPr spc="185" dirty="0"/>
              <a:t>c</a:t>
            </a:r>
            <a:r>
              <a:rPr dirty="0"/>
              <a:t>hanisms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1222375" cy="2583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b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sic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60" dirty="0">
                <a:latin typeface="Tw Cen MT"/>
                <a:cs typeface="Tw Cen MT"/>
              </a:rPr>
              <a:t>f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m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700" spc="30" dirty="0">
                <a:solidFill>
                  <a:srgbClr val="70685A"/>
                </a:solidFill>
                <a:latin typeface="Wingdings"/>
                <a:cs typeface="Wingdings"/>
              </a:rPr>
              <a:t></a:t>
            </a:r>
            <a:r>
              <a:rPr sz="1700" spc="3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1700" spc="12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latin typeface="Tw Cen MT"/>
                <a:cs typeface="Tw Cen MT"/>
              </a:rPr>
              <a:t>x</a:t>
            </a:r>
            <a:r>
              <a:rPr sz="2900" spc="-5" dirty="0">
                <a:latin typeface="Tw Cen MT"/>
                <a:cs typeface="Tw Cen MT"/>
              </a:rPr>
              <a:t>.5</a:t>
            </a:r>
            <a:r>
              <a:rPr sz="2900" spc="5" dirty="0">
                <a:latin typeface="Tw Cen MT"/>
                <a:cs typeface="Tw Cen MT"/>
              </a:rPr>
              <a:t>0</a:t>
            </a:r>
            <a:r>
              <a:rPr sz="2900" dirty="0">
                <a:latin typeface="Tw Cen MT"/>
                <a:cs typeface="Tw Cen MT"/>
              </a:rPr>
              <a:t>9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JAAS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etc.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5" dirty="0"/>
              <a:t> </a:t>
            </a:r>
            <a:r>
              <a:rPr dirty="0"/>
              <a:t>sto</a:t>
            </a:r>
            <a:r>
              <a:rPr spc="-55" dirty="0"/>
              <a:t>r</a:t>
            </a:r>
            <a:r>
              <a:rPr dirty="0"/>
              <a:t>a</a:t>
            </a:r>
            <a:r>
              <a:rPr spc="-100" dirty="0"/>
              <a:t>g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2515235" cy="205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RDMBS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L</a:t>
            </a:r>
            <a:r>
              <a:rPr sz="2900" spc="-70" dirty="0">
                <a:latin typeface="Tw Cen MT"/>
                <a:cs typeface="Tw Cen MT"/>
              </a:rPr>
              <a:t>D</a:t>
            </a:r>
            <a:r>
              <a:rPr sz="2900" dirty="0">
                <a:latin typeface="Tw Cen MT"/>
                <a:cs typeface="Tw Cen MT"/>
              </a:rPr>
              <a:t>AP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us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om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-2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-6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e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etc.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ct val="100000"/>
              </a:lnSpc>
            </a:pPr>
            <a:r>
              <a:rPr dirty="0"/>
              <a:t>Fundame</a:t>
            </a:r>
            <a:r>
              <a:rPr spc="15" dirty="0"/>
              <a:t>n</a:t>
            </a:r>
            <a:r>
              <a:rPr dirty="0"/>
              <a:t>ta</a:t>
            </a:r>
            <a:r>
              <a:rPr spc="-20" dirty="0"/>
              <a:t>l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752600"/>
            <a:ext cx="1600200" cy="4343400"/>
          </a:xfrm>
          <a:custGeom>
            <a:avLst/>
            <a:gdLst/>
            <a:ahLst/>
            <a:cxnLst/>
            <a:rect l="l" t="t" r="r" b="b"/>
            <a:pathLst>
              <a:path w="1600200" h="4343400">
                <a:moveTo>
                  <a:pt x="0" y="4343400"/>
                </a:moveTo>
                <a:lnTo>
                  <a:pt x="1600200" y="4343400"/>
                </a:lnTo>
                <a:lnTo>
                  <a:pt x="1600200" y="0"/>
                </a:lnTo>
                <a:lnTo>
                  <a:pt x="0" y="0"/>
                </a:lnTo>
                <a:lnTo>
                  <a:pt x="0" y="43434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4200" y="6113145"/>
            <a:ext cx="1651000" cy="0"/>
          </a:xfrm>
          <a:custGeom>
            <a:avLst/>
            <a:gdLst/>
            <a:ahLst/>
            <a:cxnLst/>
            <a:rect l="l" t="t" r="r" b="b"/>
            <a:pathLst>
              <a:path w="1651000">
                <a:moveTo>
                  <a:pt x="0" y="0"/>
                </a:moveTo>
                <a:lnTo>
                  <a:pt x="1651000" y="0"/>
                </a:lnTo>
              </a:path>
            </a:pathLst>
          </a:custGeom>
          <a:ln w="17780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2664" y="1743710"/>
            <a:ext cx="0" cy="4361180"/>
          </a:xfrm>
          <a:custGeom>
            <a:avLst/>
            <a:gdLst/>
            <a:ahLst/>
            <a:cxnLst/>
            <a:rect l="l" t="t" r="r" b="b"/>
            <a:pathLst>
              <a:path h="4361180">
                <a:moveTo>
                  <a:pt x="0" y="0"/>
                </a:moveTo>
                <a:lnTo>
                  <a:pt x="0" y="4361180"/>
                </a:lnTo>
              </a:path>
            </a:pathLst>
          </a:custGeom>
          <a:ln w="1819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4200" y="1735454"/>
            <a:ext cx="1651000" cy="0"/>
          </a:xfrm>
          <a:custGeom>
            <a:avLst/>
            <a:gdLst/>
            <a:ahLst/>
            <a:cxnLst/>
            <a:rect l="l" t="t" r="r" b="b"/>
            <a:pathLst>
              <a:path w="1651000">
                <a:moveTo>
                  <a:pt x="0" y="0"/>
                </a:moveTo>
                <a:lnTo>
                  <a:pt x="1651000" y="0"/>
                </a:lnTo>
              </a:path>
            </a:pathLst>
          </a:custGeom>
          <a:ln w="1777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26754" y="1744091"/>
            <a:ext cx="0" cy="4360545"/>
          </a:xfrm>
          <a:custGeom>
            <a:avLst/>
            <a:gdLst/>
            <a:ahLst/>
            <a:cxnLst/>
            <a:rect l="l" t="t" r="r" b="b"/>
            <a:pathLst>
              <a:path h="4360545">
                <a:moveTo>
                  <a:pt x="0" y="0"/>
                </a:moveTo>
                <a:lnTo>
                  <a:pt x="0" y="4360379"/>
                </a:lnTo>
              </a:path>
            </a:pathLst>
          </a:custGeom>
          <a:ln w="18161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8070" y="6078854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220" y="0"/>
                </a:lnTo>
              </a:path>
            </a:pathLst>
          </a:custGeom>
          <a:ln w="1777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6535" y="1778000"/>
            <a:ext cx="0" cy="4292600"/>
          </a:xfrm>
          <a:custGeom>
            <a:avLst/>
            <a:gdLst/>
            <a:ahLst/>
            <a:cxnLst/>
            <a:rect l="l" t="t" r="r" b="b"/>
            <a:pathLst>
              <a:path h="4292600">
                <a:moveTo>
                  <a:pt x="0" y="0"/>
                </a:moveTo>
                <a:lnTo>
                  <a:pt x="0" y="4292600"/>
                </a:lnTo>
              </a:path>
            </a:pathLst>
          </a:custGeom>
          <a:ln w="1819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8070" y="1769745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220" y="0"/>
                </a:lnTo>
              </a:path>
            </a:pathLst>
          </a:custGeom>
          <a:ln w="17780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92845" y="1778000"/>
            <a:ext cx="0" cy="4292600"/>
          </a:xfrm>
          <a:custGeom>
            <a:avLst/>
            <a:gdLst/>
            <a:ahLst/>
            <a:cxnLst/>
            <a:rect l="l" t="t" r="r" b="b"/>
            <a:pathLst>
              <a:path h="4292600">
                <a:moveTo>
                  <a:pt x="0" y="0"/>
                </a:moveTo>
                <a:lnTo>
                  <a:pt x="0" y="4292600"/>
                </a:lnTo>
              </a:path>
            </a:pathLst>
          </a:custGeom>
          <a:ln w="18161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4059" y="1759965"/>
            <a:ext cx="1294765" cy="2414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33070">
              <a:lnSpc>
                <a:spcPts val="3860"/>
              </a:lnSpc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Fi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l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ter 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P</a:t>
            </a:r>
            <a:r>
              <a:rPr sz="1800" spc="-40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ovi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der</a:t>
            </a:r>
            <a:endParaRPr sz="1800">
              <a:latin typeface="Tw Cen MT"/>
              <a:cs typeface="Tw Cen MT"/>
            </a:endParaRPr>
          </a:p>
          <a:p>
            <a:pPr marL="12700" marR="6350">
              <a:lnSpc>
                <a:spcPct val="178400"/>
              </a:lnSpc>
              <a:spcBef>
                <a:spcPts val="10"/>
              </a:spcBef>
            </a:pP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uth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en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ic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ion 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UserDe</a:t>
            </a:r>
            <a:r>
              <a:rPr sz="1800" spc="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ails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36495" y="1752600"/>
            <a:ext cx="6252083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HTML</a:t>
            </a:r>
            <a:r>
              <a:rPr spc="-20" dirty="0"/>
              <a:t> </a:t>
            </a:r>
            <a:r>
              <a:rPr spc="-90" dirty="0"/>
              <a:t>f</a:t>
            </a:r>
            <a:r>
              <a:rPr dirty="0"/>
              <a:t>o</a:t>
            </a:r>
            <a:r>
              <a:rPr spc="80" dirty="0"/>
              <a:t>r</a:t>
            </a:r>
            <a:r>
              <a:rPr dirty="0"/>
              <a:t>m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52400"/>
            <a:ext cx="8763000" cy="62478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&lt;</a:t>
            </a:r>
            <a:r>
              <a:rPr lang="en-US" sz="1600" dirty="0" err="1"/>
              <a:t>c:url</a:t>
            </a:r>
            <a:r>
              <a:rPr lang="en-US" sz="1600" dirty="0"/>
              <a:t> value="/login" </a:t>
            </a:r>
            <a:r>
              <a:rPr lang="en-US" sz="1600" dirty="0" err="1"/>
              <a:t>var</a:t>
            </a:r>
            <a:r>
              <a:rPr lang="en-US" sz="1600" dirty="0"/>
              <a:t>="</a:t>
            </a:r>
            <a:r>
              <a:rPr lang="en-US" sz="1600" dirty="0" err="1"/>
              <a:t>loginUrl</a:t>
            </a:r>
            <a:r>
              <a:rPr lang="en-US" sz="1600" dirty="0"/>
              <a:t>"/&gt;</a:t>
            </a:r>
          </a:p>
          <a:p>
            <a:r>
              <a:rPr lang="en-US" sz="1600" dirty="0"/>
              <a:t>&lt;form action="${</a:t>
            </a:r>
            <a:r>
              <a:rPr lang="en-US" sz="1600" dirty="0" err="1"/>
              <a:t>loginUrl</a:t>
            </a:r>
            <a:r>
              <a:rPr lang="en-US" sz="1600" dirty="0"/>
              <a:t>}" method="post"&gt;       1</a:t>
            </a:r>
          </a:p>
          <a:p>
            <a:r>
              <a:rPr lang="en-US" sz="1600" dirty="0"/>
              <a:t>	&lt;</a:t>
            </a:r>
            <a:r>
              <a:rPr lang="en-US" sz="1600" dirty="0" err="1"/>
              <a:t>c:if</a:t>
            </a:r>
            <a:r>
              <a:rPr lang="en-US" sz="1600" dirty="0"/>
              <a:t> test="${</a:t>
            </a:r>
            <a:r>
              <a:rPr lang="en-US" sz="1600" dirty="0" err="1"/>
              <a:t>param.error</a:t>
            </a:r>
            <a:r>
              <a:rPr lang="en-US" sz="1600" dirty="0"/>
              <a:t> != null}"&gt;        2</a:t>
            </a:r>
          </a:p>
          <a:p>
            <a:r>
              <a:rPr lang="en-US" sz="1600" dirty="0"/>
              <a:t>		&lt;p&gt;</a:t>
            </a:r>
          </a:p>
          <a:p>
            <a:r>
              <a:rPr lang="en-US" sz="1600" dirty="0"/>
              <a:t>			Invalid username and password.</a:t>
            </a:r>
          </a:p>
          <a:p>
            <a:r>
              <a:rPr lang="en-US" sz="1600" dirty="0"/>
              <a:t>		&lt;/p&gt;</a:t>
            </a:r>
          </a:p>
          <a:p>
            <a:r>
              <a:rPr lang="en-US" sz="1600" dirty="0"/>
              <a:t>	&lt;/</a:t>
            </a:r>
            <a:r>
              <a:rPr lang="en-US" sz="1600" dirty="0" err="1"/>
              <a:t>c:if</a:t>
            </a:r>
            <a:r>
              <a:rPr lang="en-US" sz="1600" dirty="0"/>
              <a:t>&gt;</a:t>
            </a:r>
          </a:p>
          <a:p>
            <a:r>
              <a:rPr lang="en-US" sz="1600" dirty="0"/>
              <a:t>	&lt;</a:t>
            </a:r>
            <a:r>
              <a:rPr lang="en-US" sz="1600" dirty="0" err="1"/>
              <a:t>c:if</a:t>
            </a:r>
            <a:r>
              <a:rPr lang="en-US" sz="1600" dirty="0"/>
              <a:t> test="${</a:t>
            </a:r>
            <a:r>
              <a:rPr lang="en-US" sz="1600" dirty="0" err="1"/>
              <a:t>param.logout</a:t>
            </a:r>
            <a:r>
              <a:rPr lang="en-US" sz="1600" dirty="0"/>
              <a:t> != null}"&gt;       </a:t>
            </a:r>
          </a:p>
          <a:p>
            <a:r>
              <a:rPr lang="en-US" sz="1600" dirty="0"/>
              <a:t>		&lt;p&gt;</a:t>
            </a:r>
          </a:p>
          <a:p>
            <a:r>
              <a:rPr lang="en-US" sz="1600" dirty="0"/>
              <a:t>			You have been logged out.</a:t>
            </a:r>
          </a:p>
          <a:p>
            <a:r>
              <a:rPr lang="en-US" sz="1600" dirty="0"/>
              <a:t>		&lt;/p&gt;</a:t>
            </a:r>
          </a:p>
          <a:p>
            <a:r>
              <a:rPr lang="en-US" sz="1600" dirty="0"/>
              <a:t>	&lt;/</a:t>
            </a:r>
            <a:r>
              <a:rPr lang="en-US" sz="1600" dirty="0" err="1"/>
              <a:t>c:if</a:t>
            </a:r>
            <a:r>
              <a:rPr lang="en-US" sz="1600" dirty="0"/>
              <a:t>&gt;</a:t>
            </a:r>
          </a:p>
          <a:p>
            <a:r>
              <a:rPr lang="en-US" sz="1600" dirty="0"/>
              <a:t>	&lt;p&gt;</a:t>
            </a:r>
          </a:p>
          <a:p>
            <a:r>
              <a:rPr lang="en-US" sz="1600" dirty="0"/>
              <a:t>		&lt;label for="username"&gt;Username&lt;/label&gt;</a:t>
            </a:r>
          </a:p>
          <a:p>
            <a:r>
              <a:rPr lang="en-US" sz="1600" dirty="0"/>
              <a:t>		&lt;input type="text" id="username" name="username"/&gt;	</a:t>
            </a:r>
          </a:p>
          <a:p>
            <a:r>
              <a:rPr lang="en-US" sz="1600" dirty="0"/>
              <a:t>	&lt;/p&gt;</a:t>
            </a:r>
          </a:p>
          <a:p>
            <a:r>
              <a:rPr lang="en-US" sz="1600" dirty="0"/>
              <a:t>	&lt;p&gt;</a:t>
            </a:r>
          </a:p>
          <a:p>
            <a:r>
              <a:rPr lang="en-US" sz="1600" dirty="0"/>
              <a:t>		&lt;label for="password"&gt;Password&lt;/label&gt;</a:t>
            </a:r>
          </a:p>
          <a:p>
            <a:r>
              <a:rPr lang="en-US" sz="1600" dirty="0"/>
              <a:t>		&lt;input type="password" id="password" name="password"/&gt;	</a:t>
            </a:r>
          </a:p>
          <a:p>
            <a:r>
              <a:rPr lang="en-US" sz="1600" dirty="0"/>
              <a:t>	&lt;/p&gt;</a:t>
            </a:r>
          </a:p>
          <a:p>
            <a:r>
              <a:rPr lang="en-US" sz="1600" dirty="0"/>
              <a:t>	&lt;input type="hidden"                 </a:t>
            </a:r>
          </a:p>
          <a:p>
            <a:r>
              <a:rPr lang="en-US" sz="1600" dirty="0"/>
              <a:t>		name="${_</a:t>
            </a:r>
            <a:r>
              <a:rPr lang="en-US" sz="1600" dirty="0" err="1"/>
              <a:t>csrf.parameterName</a:t>
            </a:r>
            <a:r>
              <a:rPr lang="en-US" sz="1600" dirty="0"/>
              <a:t>}"</a:t>
            </a:r>
          </a:p>
          <a:p>
            <a:r>
              <a:rPr lang="en-US" sz="1600" dirty="0"/>
              <a:t>		value="${_</a:t>
            </a:r>
            <a:r>
              <a:rPr lang="en-US" sz="1600" dirty="0" err="1"/>
              <a:t>csrf.token</a:t>
            </a:r>
            <a:r>
              <a:rPr lang="en-US" sz="1600" dirty="0"/>
              <a:t>}"/&gt;</a:t>
            </a:r>
          </a:p>
          <a:p>
            <a:r>
              <a:rPr lang="en-US" sz="1600" dirty="0"/>
              <a:t>	&lt;button type="submit" class="</a:t>
            </a:r>
            <a:r>
              <a:rPr lang="en-US" sz="1600" dirty="0" err="1"/>
              <a:t>btn</a:t>
            </a:r>
            <a:r>
              <a:rPr lang="en-US" sz="1600" dirty="0"/>
              <a:t>"&gt;Log in&lt;/button&gt;</a:t>
            </a:r>
          </a:p>
          <a:p>
            <a:r>
              <a:rPr lang="en-US" sz="1600" dirty="0"/>
              <a:t>&lt;/form&gt;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Use</a:t>
            </a:r>
            <a:r>
              <a:rPr spc="80" dirty="0"/>
              <a:t>r</a:t>
            </a:r>
            <a:r>
              <a:rPr dirty="0"/>
              <a:t>nam</a:t>
            </a:r>
            <a:r>
              <a:rPr spc="5" dirty="0"/>
              <a:t>e</a:t>
            </a:r>
            <a:r>
              <a:rPr spc="-5" dirty="0"/>
              <a:t>-</a:t>
            </a:r>
            <a:r>
              <a:rPr dirty="0"/>
              <a:t>pa</a:t>
            </a:r>
            <a:r>
              <a:rPr spc="-15" dirty="0"/>
              <a:t>s</a:t>
            </a:r>
            <a:r>
              <a:rPr spc="-55" dirty="0"/>
              <a:t>s</a:t>
            </a:r>
            <a:r>
              <a:rPr spc="-80" dirty="0"/>
              <a:t>w</a:t>
            </a:r>
            <a:r>
              <a:rPr dirty="0"/>
              <a:t>ord</a:t>
            </a:r>
            <a:r>
              <a:rPr spc="-45" dirty="0"/>
              <a:t> </a:t>
            </a:r>
            <a:r>
              <a:rPr dirty="0"/>
              <a:t>fi</a:t>
            </a:r>
            <a:r>
              <a:rPr spc="-20" dirty="0"/>
              <a:t>l</a:t>
            </a:r>
            <a:r>
              <a:rPr dirty="0"/>
              <a:t>ter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00453"/>
            <a:ext cx="7453630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200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..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la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20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..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.s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Use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me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as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Au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en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ti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at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lt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4267" y="1836673"/>
            <a:ext cx="854710" cy="1146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20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5017" y="1784370"/>
            <a:ext cx="5552440" cy="1198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28600"/>
              </a:lnSpc>
            </a:pP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me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ut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ca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on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Ma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ag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er</a:t>
            </a:r>
            <a:r>
              <a:rPr sz="12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200" spc="10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au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th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nt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on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na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ge</a:t>
            </a:r>
            <a:r>
              <a:rPr sz="1200" spc="2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me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il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oc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se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sU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rl</a:t>
            </a:r>
            <a:r>
              <a:rPr sz="12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20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/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j_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sp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in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ur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y_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ch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me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se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Pa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me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te</a:t>
            </a:r>
            <a:r>
              <a:rPr sz="1200" b="1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gi</a:t>
            </a:r>
            <a:r>
              <a:rPr sz="12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me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as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Pa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me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te</a:t>
            </a:r>
            <a:r>
              <a:rPr sz="1200" b="1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ss</a:t>
            </a:r>
            <a:r>
              <a:rPr sz="1200" b="1" spc="-5" dirty="0">
                <a:solidFill>
                  <a:srgbClr val="2A00FF"/>
                </a:solidFill>
                <a:latin typeface="Courier New"/>
                <a:cs typeface="Courier New"/>
              </a:rPr>
              <a:t>wo</a:t>
            </a:r>
            <a:r>
              <a:rPr sz="1200" b="1" spc="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b="1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7E007E"/>
                </a:solidFill>
                <a:latin typeface="Courier New"/>
                <a:cs typeface="Courier New"/>
              </a:rPr>
              <a:t>me</a:t>
            </a:r>
            <a:r>
              <a:rPr sz="1200" spc="-5" dirty="0">
                <a:latin typeface="Courier New"/>
                <a:cs typeface="Courier New"/>
              </a:rPr>
              <a:t>=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ut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ca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on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Su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ce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200" spc="-5" dirty="0">
                <a:solidFill>
                  <a:srgbClr val="2A00FF"/>
                </a:solidFill>
                <a:latin typeface="Courier New"/>
                <a:cs typeface="Courier New"/>
              </a:rPr>
              <a:t>dl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2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200" spc="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2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71427" rIns="0" bIns="0" rtlCol="0">
            <a:spAutoFit/>
          </a:bodyPr>
          <a:lstStyle/>
          <a:p>
            <a:pPr marL="585470">
              <a:lnSpc>
                <a:spcPct val="100000"/>
              </a:lnSpc>
            </a:pPr>
            <a:r>
              <a:rPr sz="1200" spc="-5" dirty="0">
                <a:solidFill>
                  <a:srgbClr val="008080"/>
                </a:solidFill>
              </a:rPr>
              <a:t>&lt;</a:t>
            </a:r>
            <a:r>
              <a:rPr sz="1200" spc="10" dirty="0">
                <a:solidFill>
                  <a:srgbClr val="3E7E7E"/>
                </a:solidFill>
              </a:rPr>
              <a:t>b</a:t>
            </a:r>
            <a:r>
              <a:rPr sz="1200" spc="-5" dirty="0">
                <a:solidFill>
                  <a:srgbClr val="3E7E7E"/>
                </a:solidFill>
              </a:rPr>
              <a:t>e</a:t>
            </a:r>
            <a:r>
              <a:rPr sz="1200" spc="10" dirty="0">
                <a:solidFill>
                  <a:srgbClr val="3E7E7E"/>
                </a:solidFill>
              </a:rPr>
              <a:t>a</a:t>
            </a:r>
            <a:r>
              <a:rPr sz="1200" dirty="0">
                <a:solidFill>
                  <a:srgbClr val="3E7E7E"/>
                </a:solidFill>
              </a:rPr>
              <a:t>n</a:t>
            </a:r>
            <a:r>
              <a:rPr sz="1200" spc="10" dirty="0">
                <a:solidFill>
                  <a:srgbClr val="3E7E7E"/>
                </a:solidFill>
              </a:rPr>
              <a:t> </a:t>
            </a:r>
            <a:r>
              <a:rPr sz="1200" spc="-5" dirty="0">
                <a:solidFill>
                  <a:srgbClr val="7E007E"/>
                </a:solidFill>
              </a:rPr>
              <a:t>cl</a:t>
            </a:r>
            <a:r>
              <a:rPr sz="1200" spc="10" dirty="0">
                <a:solidFill>
                  <a:srgbClr val="7E007E"/>
                </a:solidFill>
              </a:rPr>
              <a:t>a</a:t>
            </a:r>
            <a:r>
              <a:rPr sz="1200" spc="-5" dirty="0">
                <a:solidFill>
                  <a:srgbClr val="7E007E"/>
                </a:solidFill>
              </a:rPr>
              <a:t>s</a:t>
            </a:r>
            <a:r>
              <a:rPr sz="1200" spc="10" dirty="0">
                <a:solidFill>
                  <a:srgbClr val="7E007E"/>
                </a:solidFill>
              </a:rPr>
              <a:t>s</a:t>
            </a:r>
            <a:r>
              <a:rPr sz="1200" spc="10" dirty="0"/>
              <a:t>=</a:t>
            </a:r>
            <a:r>
              <a:rPr sz="1200" spc="-5" dirty="0"/>
              <a:t>"</a:t>
            </a:r>
            <a:r>
              <a:rPr sz="800" spc="-5" dirty="0"/>
              <a:t>...</a:t>
            </a:r>
            <a:r>
              <a:rPr sz="800" spc="-15" dirty="0"/>
              <a:t>s</a:t>
            </a:r>
            <a:r>
              <a:rPr sz="800" dirty="0"/>
              <a:t>e</a:t>
            </a:r>
            <a:r>
              <a:rPr sz="800" spc="-20" dirty="0"/>
              <a:t>c</a:t>
            </a:r>
            <a:r>
              <a:rPr sz="800" dirty="0"/>
              <a:t>u</a:t>
            </a:r>
            <a:r>
              <a:rPr sz="800" spc="-5" dirty="0"/>
              <a:t>r</a:t>
            </a:r>
            <a:r>
              <a:rPr sz="800" spc="-15" dirty="0"/>
              <a:t>i</a:t>
            </a:r>
            <a:r>
              <a:rPr sz="800" dirty="0"/>
              <a:t>t</a:t>
            </a:r>
            <a:r>
              <a:rPr sz="800" spc="-20" dirty="0"/>
              <a:t>y</a:t>
            </a:r>
            <a:r>
              <a:rPr sz="800" dirty="0"/>
              <a:t>.</a:t>
            </a:r>
            <a:r>
              <a:rPr sz="800" spc="-5" dirty="0"/>
              <a:t>w</a:t>
            </a:r>
            <a:r>
              <a:rPr sz="800" spc="-15" dirty="0"/>
              <a:t>e</a:t>
            </a:r>
            <a:r>
              <a:rPr sz="800" dirty="0"/>
              <a:t>b</a:t>
            </a:r>
            <a:r>
              <a:rPr sz="800" spc="-20" dirty="0"/>
              <a:t>.</a:t>
            </a:r>
            <a:r>
              <a:rPr sz="800" dirty="0"/>
              <a:t>a</a:t>
            </a:r>
            <a:r>
              <a:rPr sz="800" spc="-20" dirty="0"/>
              <a:t>u</a:t>
            </a:r>
            <a:r>
              <a:rPr sz="800" dirty="0"/>
              <a:t>t</a:t>
            </a:r>
            <a:r>
              <a:rPr sz="800" spc="-5" dirty="0"/>
              <a:t>h</a:t>
            </a:r>
            <a:r>
              <a:rPr sz="800" spc="-15" dirty="0"/>
              <a:t>e</a:t>
            </a:r>
            <a:r>
              <a:rPr sz="800" dirty="0"/>
              <a:t>n</a:t>
            </a:r>
            <a:r>
              <a:rPr sz="800" spc="-20" dirty="0"/>
              <a:t>t</a:t>
            </a:r>
            <a:r>
              <a:rPr sz="800" spc="-15" dirty="0"/>
              <a:t>i</a:t>
            </a:r>
            <a:r>
              <a:rPr sz="800" dirty="0"/>
              <a:t>c</a:t>
            </a:r>
            <a:r>
              <a:rPr sz="800" spc="-5" dirty="0"/>
              <a:t>a</a:t>
            </a:r>
            <a:r>
              <a:rPr sz="800" spc="-15" dirty="0"/>
              <a:t>t</a:t>
            </a:r>
            <a:r>
              <a:rPr sz="800" dirty="0"/>
              <a:t>i</a:t>
            </a:r>
            <a:r>
              <a:rPr sz="800" spc="-20" dirty="0"/>
              <a:t>o</a:t>
            </a:r>
            <a:r>
              <a:rPr sz="800" dirty="0"/>
              <a:t>n</a:t>
            </a:r>
            <a:r>
              <a:rPr sz="1200" spc="-5" dirty="0"/>
              <a:t>.Sa</a:t>
            </a:r>
            <a:r>
              <a:rPr sz="1200" spc="10" dirty="0"/>
              <a:t>v</a:t>
            </a:r>
            <a:r>
              <a:rPr sz="1200" spc="-5" dirty="0"/>
              <a:t>ed</a:t>
            </a:r>
            <a:r>
              <a:rPr sz="1200" spc="10" dirty="0"/>
              <a:t>R</a:t>
            </a:r>
            <a:r>
              <a:rPr sz="1200" spc="-5" dirty="0"/>
              <a:t>e</a:t>
            </a:r>
            <a:r>
              <a:rPr sz="1200" spc="10" dirty="0"/>
              <a:t>q</a:t>
            </a:r>
            <a:r>
              <a:rPr sz="1200" spc="-5" dirty="0"/>
              <a:t>ue</a:t>
            </a:r>
            <a:r>
              <a:rPr sz="1200" spc="10" dirty="0"/>
              <a:t>st</a:t>
            </a:r>
            <a:r>
              <a:rPr sz="1200" spc="-5" dirty="0"/>
              <a:t>Aw</a:t>
            </a:r>
            <a:r>
              <a:rPr sz="1200" spc="10" dirty="0"/>
              <a:t>a</a:t>
            </a:r>
            <a:r>
              <a:rPr sz="1200" spc="-5" dirty="0"/>
              <a:t>re</a:t>
            </a:r>
            <a:r>
              <a:rPr sz="1200" spc="10" dirty="0"/>
              <a:t>A</a:t>
            </a:r>
            <a:r>
              <a:rPr sz="1200" spc="-5" dirty="0"/>
              <a:t>u</a:t>
            </a:r>
            <a:r>
              <a:rPr sz="1200" spc="10" dirty="0"/>
              <a:t>t</a:t>
            </a:r>
            <a:r>
              <a:rPr sz="1200" spc="-5" dirty="0"/>
              <a:t>h</a:t>
            </a:r>
            <a:r>
              <a:rPr sz="1200" spc="10" dirty="0"/>
              <a:t>e</a:t>
            </a:r>
            <a:r>
              <a:rPr sz="1200" spc="-5" dirty="0"/>
              <a:t>nt</a:t>
            </a:r>
            <a:r>
              <a:rPr sz="1200" spc="10" dirty="0"/>
              <a:t>i</a:t>
            </a:r>
            <a:r>
              <a:rPr sz="1200" spc="-5" dirty="0"/>
              <a:t>c</a:t>
            </a:r>
            <a:r>
              <a:rPr sz="1200" spc="10" dirty="0"/>
              <a:t>at</a:t>
            </a:r>
            <a:r>
              <a:rPr sz="1200" spc="-5" dirty="0"/>
              <a:t>io</a:t>
            </a:r>
            <a:r>
              <a:rPr sz="1200" spc="10" dirty="0"/>
              <a:t>n</a:t>
            </a:r>
            <a:r>
              <a:rPr sz="1200" spc="-5" dirty="0"/>
              <a:t>Su</a:t>
            </a:r>
            <a:r>
              <a:rPr sz="1200" spc="10" dirty="0"/>
              <a:t>c</a:t>
            </a:r>
            <a:r>
              <a:rPr sz="1200" spc="-5" dirty="0"/>
              <a:t>c</a:t>
            </a:r>
            <a:r>
              <a:rPr sz="1200" spc="10" dirty="0"/>
              <a:t>e</a:t>
            </a:r>
            <a:r>
              <a:rPr sz="1200" spc="-5" dirty="0"/>
              <a:t>s</a:t>
            </a:r>
            <a:r>
              <a:rPr sz="1200" spc="10" dirty="0"/>
              <a:t>s</a:t>
            </a:r>
            <a:r>
              <a:rPr sz="1200" spc="-5" dirty="0"/>
              <a:t>Ha</a:t>
            </a:r>
            <a:r>
              <a:rPr sz="1200" spc="10" dirty="0"/>
              <a:t>n</a:t>
            </a:r>
            <a:r>
              <a:rPr sz="1200" spc="-5" dirty="0"/>
              <a:t>d</a:t>
            </a:r>
            <a:r>
              <a:rPr sz="1200" spc="10" dirty="0"/>
              <a:t>le</a:t>
            </a:r>
            <a:r>
              <a:rPr sz="1200" spc="-5" dirty="0"/>
              <a:t>r</a:t>
            </a:r>
            <a:r>
              <a:rPr sz="1200" spc="25" dirty="0"/>
              <a:t>"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59690" marR="1800860" algn="ctr">
              <a:lnSpc>
                <a:spcPct val="100000"/>
              </a:lnSpc>
              <a:spcBef>
                <a:spcPts val="420"/>
              </a:spcBef>
            </a:pPr>
            <a:r>
              <a:rPr sz="1200" spc="-5" dirty="0">
                <a:solidFill>
                  <a:srgbClr val="008080"/>
                </a:solidFill>
              </a:rPr>
              <a:t>&lt;</a:t>
            </a:r>
            <a:r>
              <a:rPr sz="1200" spc="10" dirty="0">
                <a:solidFill>
                  <a:srgbClr val="3E7E7E"/>
                </a:solidFill>
              </a:rPr>
              <a:t>p</a:t>
            </a:r>
            <a:r>
              <a:rPr sz="1200" spc="-5" dirty="0">
                <a:solidFill>
                  <a:srgbClr val="3E7E7E"/>
                </a:solidFill>
              </a:rPr>
              <a:t>r</a:t>
            </a:r>
            <a:r>
              <a:rPr sz="1200" spc="10" dirty="0">
                <a:solidFill>
                  <a:srgbClr val="3E7E7E"/>
                </a:solidFill>
              </a:rPr>
              <a:t>o</a:t>
            </a:r>
            <a:r>
              <a:rPr sz="1200" spc="-5" dirty="0">
                <a:solidFill>
                  <a:srgbClr val="3E7E7E"/>
                </a:solidFill>
              </a:rPr>
              <a:t>pe</a:t>
            </a:r>
            <a:r>
              <a:rPr sz="1200" spc="10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t</a:t>
            </a:r>
            <a:r>
              <a:rPr sz="1200" dirty="0">
                <a:solidFill>
                  <a:srgbClr val="3E7E7E"/>
                </a:solidFill>
              </a:rPr>
              <a:t>y</a:t>
            </a:r>
            <a:r>
              <a:rPr sz="1200" spc="25" dirty="0">
                <a:solidFill>
                  <a:srgbClr val="3E7E7E"/>
                </a:solidFill>
              </a:rPr>
              <a:t> </a:t>
            </a:r>
            <a:r>
              <a:rPr sz="1200" spc="-5" dirty="0">
                <a:solidFill>
                  <a:srgbClr val="7E007E"/>
                </a:solidFill>
              </a:rPr>
              <a:t>na</a:t>
            </a:r>
            <a:r>
              <a:rPr sz="1200" spc="10" dirty="0">
                <a:solidFill>
                  <a:srgbClr val="7E007E"/>
                </a:solidFill>
              </a:rPr>
              <a:t>m</a:t>
            </a:r>
            <a:r>
              <a:rPr sz="1200" dirty="0">
                <a:solidFill>
                  <a:srgbClr val="7E007E"/>
                </a:solidFill>
              </a:rPr>
              <a:t>e</a:t>
            </a:r>
            <a:r>
              <a:rPr sz="1200" spc="-5" dirty="0"/>
              <a:t>=</a:t>
            </a:r>
            <a:r>
              <a:rPr sz="1200" spc="10" dirty="0"/>
              <a:t>"</a:t>
            </a:r>
            <a:r>
              <a:rPr sz="1200" spc="-5" dirty="0"/>
              <a:t>d</a:t>
            </a:r>
            <a:r>
              <a:rPr sz="1200" spc="10" dirty="0"/>
              <a:t>e</a:t>
            </a:r>
            <a:r>
              <a:rPr sz="1200" spc="-5" dirty="0"/>
              <a:t>f</a:t>
            </a:r>
            <a:r>
              <a:rPr sz="1200" spc="10" dirty="0"/>
              <a:t>a</a:t>
            </a:r>
            <a:r>
              <a:rPr sz="1200" spc="-5" dirty="0"/>
              <a:t>ul</a:t>
            </a:r>
            <a:r>
              <a:rPr sz="1200" spc="10" dirty="0"/>
              <a:t>t</a:t>
            </a:r>
            <a:r>
              <a:rPr sz="1200" spc="-5" dirty="0"/>
              <a:t>T</a:t>
            </a:r>
            <a:r>
              <a:rPr sz="1200" spc="10" dirty="0"/>
              <a:t>ar</a:t>
            </a:r>
            <a:r>
              <a:rPr sz="1200" spc="-5" dirty="0"/>
              <a:t>ge</a:t>
            </a:r>
            <a:r>
              <a:rPr sz="1200" spc="10" dirty="0"/>
              <a:t>t</a:t>
            </a:r>
            <a:r>
              <a:rPr sz="1200" spc="-5" dirty="0"/>
              <a:t>Ur</a:t>
            </a:r>
            <a:r>
              <a:rPr sz="1200" spc="20" dirty="0"/>
              <a:t>l</a:t>
            </a:r>
            <a:r>
              <a:rPr sz="1200" dirty="0"/>
              <a:t>"</a:t>
            </a:r>
            <a:r>
              <a:rPr sz="1200" spc="10" dirty="0"/>
              <a:t> </a:t>
            </a:r>
            <a:r>
              <a:rPr sz="1200" spc="-5" dirty="0">
                <a:solidFill>
                  <a:srgbClr val="7E007E"/>
                </a:solidFill>
              </a:rPr>
              <a:t>v</a:t>
            </a:r>
            <a:r>
              <a:rPr sz="1200" spc="10" dirty="0">
                <a:solidFill>
                  <a:srgbClr val="7E007E"/>
                </a:solidFill>
              </a:rPr>
              <a:t>a</a:t>
            </a:r>
            <a:r>
              <a:rPr sz="1200" spc="-5" dirty="0">
                <a:solidFill>
                  <a:srgbClr val="7E007E"/>
                </a:solidFill>
              </a:rPr>
              <a:t>lu</a:t>
            </a:r>
            <a:r>
              <a:rPr sz="1200" spc="15" dirty="0">
                <a:solidFill>
                  <a:srgbClr val="7E007E"/>
                </a:solidFill>
              </a:rPr>
              <a:t>e</a:t>
            </a:r>
            <a:r>
              <a:rPr sz="1200" spc="-5" dirty="0"/>
              <a:t>=</a:t>
            </a:r>
            <a:r>
              <a:rPr sz="1200" spc="10" dirty="0"/>
              <a:t>"/</a:t>
            </a:r>
            <a:r>
              <a:rPr sz="1200" spc="-5" dirty="0"/>
              <a:t>in</a:t>
            </a:r>
            <a:r>
              <a:rPr sz="1200" spc="10" dirty="0"/>
              <a:t>d</a:t>
            </a:r>
            <a:r>
              <a:rPr sz="1200" spc="-5" dirty="0"/>
              <a:t>ex</a:t>
            </a:r>
            <a:r>
              <a:rPr sz="1200" spc="10" dirty="0"/>
              <a:t>.</a:t>
            </a:r>
            <a:r>
              <a:rPr sz="1200" spc="-5" dirty="0"/>
              <a:t>d</a:t>
            </a:r>
            <a:r>
              <a:rPr sz="1200" spc="15" dirty="0"/>
              <a:t>o</a:t>
            </a:r>
            <a:r>
              <a:rPr sz="1200" spc="-5" dirty="0"/>
              <a:t>"</a:t>
            </a:r>
            <a:r>
              <a:rPr sz="1200" spc="10" dirty="0">
                <a:solidFill>
                  <a:srgbClr val="008080"/>
                </a:solidFill>
              </a:rPr>
              <a:t>/&gt;</a:t>
            </a:r>
            <a:endParaRPr sz="1200"/>
          </a:p>
          <a:p>
            <a:pPr marL="49403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solidFill>
                  <a:srgbClr val="008080"/>
                </a:solidFill>
              </a:rPr>
              <a:t>&lt;/</a:t>
            </a:r>
            <a:r>
              <a:rPr sz="1200" spc="10" dirty="0">
                <a:solidFill>
                  <a:srgbClr val="3E7E7E"/>
                </a:solidFill>
              </a:rPr>
              <a:t>b</a:t>
            </a:r>
            <a:r>
              <a:rPr sz="1200" spc="-5" dirty="0">
                <a:solidFill>
                  <a:srgbClr val="3E7E7E"/>
                </a:solidFill>
              </a:rPr>
              <a:t>e</a:t>
            </a:r>
            <a:r>
              <a:rPr sz="1200" spc="10" dirty="0">
                <a:solidFill>
                  <a:srgbClr val="3E7E7E"/>
                </a:solidFill>
              </a:rPr>
              <a:t>a</a:t>
            </a:r>
            <a:r>
              <a:rPr sz="1200" dirty="0">
                <a:solidFill>
                  <a:srgbClr val="3E7E7E"/>
                </a:solidFill>
              </a:rPr>
              <a:t>n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401320">
              <a:lnSpc>
                <a:spcPct val="100000"/>
              </a:lnSpc>
              <a:spcBef>
                <a:spcPts val="409"/>
              </a:spcBef>
            </a:pPr>
            <a:r>
              <a:rPr sz="1200" spc="10" dirty="0">
                <a:solidFill>
                  <a:srgbClr val="008080"/>
                </a:solidFill>
              </a:rPr>
              <a:t>&lt;</a:t>
            </a:r>
            <a:r>
              <a:rPr sz="1200" dirty="0">
                <a:solidFill>
                  <a:srgbClr val="008080"/>
                </a:solidFill>
              </a:rPr>
              <a:t>/</a:t>
            </a:r>
            <a:r>
              <a:rPr sz="1200" spc="-5" dirty="0">
                <a:solidFill>
                  <a:srgbClr val="3E7E7E"/>
                </a:solidFill>
              </a:rPr>
              <a:t>p</a:t>
            </a:r>
            <a:r>
              <a:rPr sz="1200" spc="5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o</a:t>
            </a:r>
            <a:r>
              <a:rPr sz="1200" spc="5" dirty="0">
                <a:solidFill>
                  <a:srgbClr val="3E7E7E"/>
                </a:solidFill>
              </a:rPr>
              <a:t>p</a:t>
            </a:r>
            <a:r>
              <a:rPr sz="1200" spc="-5" dirty="0">
                <a:solidFill>
                  <a:srgbClr val="3E7E7E"/>
                </a:solidFill>
              </a:rPr>
              <a:t>e</a:t>
            </a:r>
            <a:r>
              <a:rPr sz="1200" spc="5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ty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401320">
              <a:lnSpc>
                <a:spcPct val="100000"/>
              </a:lnSpc>
              <a:spcBef>
                <a:spcPts val="420"/>
              </a:spcBef>
            </a:pPr>
            <a:r>
              <a:rPr sz="1200" spc="10" dirty="0">
                <a:solidFill>
                  <a:srgbClr val="008080"/>
                </a:solidFill>
              </a:rPr>
              <a:t>&lt;</a:t>
            </a:r>
            <a:r>
              <a:rPr sz="1200" spc="-5" dirty="0">
                <a:solidFill>
                  <a:srgbClr val="3E7E7E"/>
                </a:solidFill>
              </a:rPr>
              <a:t>pr</a:t>
            </a:r>
            <a:r>
              <a:rPr sz="1200" spc="10" dirty="0">
                <a:solidFill>
                  <a:srgbClr val="3E7E7E"/>
                </a:solidFill>
              </a:rPr>
              <a:t>o</a:t>
            </a:r>
            <a:r>
              <a:rPr sz="1200" spc="-5" dirty="0">
                <a:solidFill>
                  <a:srgbClr val="3E7E7E"/>
                </a:solidFill>
              </a:rPr>
              <a:t>p</a:t>
            </a:r>
            <a:r>
              <a:rPr sz="1200" spc="10" dirty="0">
                <a:solidFill>
                  <a:srgbClr val="3E7E7E"/>
                </a:solidFill>
              </a:rPr>
              <a:t>e</a:t>
            </a:r>
            <a:r>
              <a:rPr sz="1200" spc="-5" dirty="0">
                <a:solidFill>
                  <a:srgbClr val="3E7E7E"/>
                </a:solidFill>
              </a:rPr>
              <a:t>r</a:t>
            </a:r>
            <a:r>
              <a:rPr sz="1200" spc="10" dirty="0">
                <a:solidFill>
                  <a:srgbClr val="3E7E7E"/>
                </a:solidFill>
              </a:rPr>
              <a:t>t</a:t>
            </a:r>
            <a:r>
              <a:rPr sz="1200" dirty="0">
                <a:solidFill>
                  <a:srgbClr val="3E7E7E"/>
                </a:solidFill>
              </a:rPr>
              <a:t>y </a:t>
            </a:r>
            <a:r>
              <a:rPr sz="1200" spc="10" dirty="0">
                <a:solidFill>
                  <a:srgbClr val="7E007E"/>
                </a:solidFill>
              </a:rPr>
              <a:t>n</a:t>
            </a:r>
            <a:r>
              <a:rPr sz="1200" spc="-5" dirty="0">
                <a:solidFill>
                  <a:srgbClr val="7E007E"/>
                </a:solidFill>
              </a:rPr>
              <a:t>a</a:t>
            </a:r>
            <a:r>
              <a:rPr sz="1200" spc="10" dirty="0">
                <a:solidFill>
                  <a:srgbClr val="7E007E"/>
                </a:solidFill>
              </a:rPr>
              <a:t>me</a:t>
            </a:r>
            <a:r>
              <a:rPr sz="1200" spc="-5" dirty="0"/>
              <a:t>="</a:t>
            </a:r>
            <a:r>
              <a:rPr sz="1200" spc="10" dirty="0"/>
              <a:t>a</a:t>
            </a:r>
            <a:r>
              <a:rPr sz="1200" spc="-5" dirty="0"/>
              <a:t>ut</a:t>
            </a:r>
            <a:r>
              <a:rPr sz="1200" spc="10" dirty="0"/>
              <a:t>h</a:t>
            </a:r>
            <a:r>
              <a:rPr sz="1200" spc="-5" dirty="0"/>
              <a:t>e</a:t>
            </a:r>
            <a:r>
              <a:rPr sz="1200" spc="10" dirty="0"/>
              <a:t>n</a:t>
            </a:r>
            <a:r>
              <a:rPr sz="1200" spc="-5" dirty="0"/>
              <a:t>t</a:t>
            </a:r>
            <a:r>
              <a:rPr sz="1200" spc="10" dirty="0"/>
              <a:t>i</a:t>
            </a:r>
            <a:r>
              <a:rPr sz="1200" spc="-5" dirty="0"/>
              <a:t>ca</a:t>
            </a:r>
            <a:r>
              <a:rPr sz="1200" spc="10" dirty="0"/>
              <a:t>t</a:t>
            </a:r>
            <a:r>
              <a:rPr sz="1200" spc="-5" dirty="0"/>
              <a:t>i</a:t>
            </a:r>
            <a:r>
              <a:rPr sz="1200" spc="10" dirty="0"/>
              <a:t>on</a:t>
            </a:r>
            <a:r>
              <a:rPr sz="1200" spc="-5" dirty="0"/>
              <a:t>Fa</a:t>
            </a:r>
            <a:r>
              <a:rPr sz="1200" spc="10" dirty="0"/>
              <a:t>i</a:t>
            </a:r>
            <a:r>
              <a:rPr sz="1200" spc="-5" dirty="0"/>
              <a:t>lu</a:t>
            </a:r>
            <a:r>
              <a:rPr sz="1200" spc="10" dirty="0"/>
              <a:t>r</a:t>
            </a:r>
            <a:r>
              <a:rPr sz="1200" spc="-5" dirty="0"/>
              <a:t>e</a:t>
            </a:r>
            <a:r>
              <a:rPr sz="1200" spc="10" dirty="0"/>
              <a:t>H</a:t>
            </a:r>
            <a:r>
              <a:rPr sz="1200" spc="-5" dirty="0"/>
              <a:t>a</a:t>
            </a:r>
            <a:r>
              <a:rPr sz="1200" spc="10" dirty="0"/>
              <a:t>n</a:t>
            </a:r>
            <a:r>
              <a:rPr sz="1200" spc="-5" dirty="0"/>
              <a:t>dl</a:t>
            </a:r>
            <a:r>
              <a:rPr sz="1200" spc="10" dirty="0"/>
              <a:t>e</a:t>
            </a:r>
            <a:r>
              <a:rPr sz="1200" spc="15" dirty="0"/>
              <a:t>r</a:t>
            </a:r>
            <a:r>
              <a:rPr sz="1200" spc="10" dirty="0"/>
              <a:t>"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58547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solidFill>
                  <a:srgbClr val="008080"/>
                </a:solidFill>
              </a:rPr>
              <a:t>&lt;</a:t>
            </a:r>
            <a:r>
              <a:rPr sz="1200" spc="10" dirty="0">
                <a:solidFill>
                  <a:srgbClr val="3E7E7E"/>
                </a:solidFill>
              </a:rPr>
              <a:t>b</a:t>
            </a:r>
            <a:r>
              <a:rPr sz="1200" spc="-5" dirty="0">
                <a:solidFill>
                  <a:srgbClr val="3E7E7E"/>
                </a:solidFill>
              </a:rPr>
              <a:t>e</a:t>
            </a:r>
            <a:r>
              <a:rPr sz="1200" spc="10" dirty="0">
                <a:solidFill>
                  <a:srgbClr val="3E7E7E"/>
                </a:solidFill>
              </a:rPr>
              <a:t>a</a:t>
            </a:r>
            <a:r>
              <a:rPr sz="1200" dirty="0">
                <a:solidFill>
                  <a:srgbClr val="3E7E7E"/>
                </a:solidFill>
              </a:rPr>
              <a:t>n</a:t>
            </a:r>
            <a:r>
              <a:rPr sz="1200" spc="10" dirty="0">
                <a:solidFill>
                  <a:srgbClr val="3E7E7E"/>
                </a:solidFill>
              </a:rPr>
              <a:t> </a:t>
            </a:r>
            <a:r>
              <a:rPr sz="1200" spc="-5" dirty="0">
                <a:solidFill>
                  <a:srgbClr val="7E007E"/>
                </a:solidFill>
              </a:rPr>
              <a:t>cl</a:t>
            </a:r>
            <a:r>
              <a:rPr sz="1200" spc="10" dirty="0">
                <a:solidFill>
                  <a:srgbClr val="7E007E"/>
                </a:solidFill>
              </a:rPr>
              <a:t>a</a:t>
            </a:r>
            <a:r>
              <a:rPr sz="1200" spc="-5" dirty="0">
                <a:solidFill>
                  <a:srgbClr val="7E007E"/>
                </a:solidFill>
              </a:rPr>
              <a:t>s</a:t>
            </a:r>
            <a:r>
              <a:rPr sz="1200" spc="10" dirty="0">
                <a:solidFill>
                  <a:srgbClr val="7E007E"/>
                </a:solidFill>
              </a:rPr>
              <a:t>s</a:t>
            </a:r>
            <a:r>
              <a:rPr sz="1200" spc="10" dirty="0"/>
              <a:t>=</a:t>
            </a:r>
            <a:r>
              <a:rPr sz="1200" spc="-5" dirty="0"/>
              <a:t>".</a:t>
            </a:r>
            <a:r>
              <a:rPr sz="1200" spc="10" dirty="0"/>
              <a:t>.</a:t>
            </a:r>
            <a:r>
              <a:rPr sz="1200" dirty="0"/>
              <a:t>.</a:t>
            </a:r>
            <a:r>
              <a:rPr sz="800" dirty="0"/>
              <a:t>s</a:t>
            </a:r>
            <a:r>
              <a:rPr sz="800" spc="-5" dirty="0"/>
              <a:t>e</a:t>
            </a:r>
            <a:r>
              <a:rPr sz="800" dirty="0"/>
              <a:t>c</a:t>
            </a:r>
            <a:r>
              <a:rPr sz="800" spc="-5" dirty="0"/>
              <a:t>u</a:t>
            </a:r>
            <a:r>
              <a:rPr sz="800" spc="-15" dirty="0"/>
              <a:t>r</a:t>
            </a:r>
            <a:r>
              <a:rPr sz="800" dirty="0"/>
              <a:t>i</a:t>
            </a:r>
            <a:r>
              <a:rPr sz="800" spc="-20" dirty="0"/>
              <a:t>t</a:t>
            </a:r>
            <a:r>
              <a:rPr sz="800" dirty="0"/>
              <a:t>y</a:t>
            </a:r>
            <a:r>
              <a:rPr sz="800" spc="-20" dirty="0"/>
              <a:t>.</a:t>
            </a:r>
            <a:r>
              <a:rPr sz="800" dirty="0"/>
              <a:t>w</a:t>
            </a:r>
            <a:r>
              <a:rPr sz="800" spc="-5" dirty="0"/>
              <a:t>e</a:t>
            </a:r>
            <a:r>
              <a:rPr sz="800" spc="-15" dirty="0"/>
              <a:t>b</a:t>
            </a:r>
            <a:r>
              <a:rPr sz="800" dirty="0"/>
              <a:t>.</a:t>
            </a:r>
            <a:r>
              <a:rPr sz="800" spc="-20" dirty="0"/>
              <a:t>a</a:t>
            </a:r>
            <a:r>
              <a:rPr sz="800" dirty="0"/>
              <a:t>u</a:t>
            </a:r>
            <a:r>
              <a:rPr sz="800" spc="-5" dirty="0"/>
              <a:t>t</a:t>
            </a:r>
            <a:r>
              <a:rPr sz="800" spc="-15" dirty="0"/>
              <a:t>h</a:t>
            </a:r>
            <a:r>
              <a:rPr sz="800" dirty="0"/>
              <a:t>e</a:t>
            </a:r>
            <a:r>
              <a:rPr sz="800" spc="-20" dirty="0"/>
              <a:t>n</a:t>
            </a:r>
            <a:r>
              <a:rPr sz="800" dirty="0"/>
              <a:t>t</a:t>
            </a:r>
            <a:r>
              <a:rPr sz="800" spc="-5" dirty="0"/>
              <a:t>i</a:t>
            </a:r>
            <a:r>
              <a:rPr sz="800" spc="-15" dirty="0"/>
              <a:t>c</a:t>
            </a:r>
            <a:r>
              <a:rPr sz="800" dirty="0"/>
              <a:t>a</a:t>
            </a:r>
            <a:r>
              <a:rPr sz="800" spc="-20" dirty="0"/>
              <a:t>t</a:t>
            </a:r>
            <a:r>
              <a:rPr sz="800" dirty="0"/>
              <a:t>i</a:t>
            </a:r>
            <a:r>
              <a:rPr sz="800" spc="-5" dirty="0"/>
              <a:t>o</a:t>
            </a:r>
            <a:r>
              <a:rPr sz="800" dirty="0"/>
              <a:t>n</a:t>
            </a:r>
            <a:r>
              <a:rPr sz="1200" spc="-5" dirty="0"/>
              <a:t>.Simp</a:t>
            </a:r>
            <a:r>
              <a:rPr sz="1200" spc="10" dirty="0"/>
              <a:t>l</a:t>
            </a:r>
            <a:r>
              <a:rPr sz="1200" spc="-5" dirty="0"/>
              <a:t>eU</a:t>
            </a:r>
            <a:r>
              <a:rPr sz="1200" spc="10" dirty="0"/>
              <a:t>r</a:t>
            </a:r>
            <a:r>
              <a:rPr sz="1200" spc="-5" dirty="0"/>
              <a:t>l</a:t>
            </a:r>
            <a:r>
              <a:rPr sz="1200" spc="10" dirty="0"/>
              <a:t>A</a:t>
            </a:r>
            <a:r>
              <a:rPr sz="1200" spc="-5" dirty="0"/>
              <a:t>ut</a:t>
            </a:r>
            <a:r>
              <a:rPr sz="1200" spc="10" dirty="0"/>
              <a:t>h</a:t>
            </a:r>
            <a:r>
              <a:rPr sz="1200" spc="-5" dirty="0"/>
              <a:t>en</a:t>
            </a:r>
            <a:r>
              <a:rPr sz="1200" spc="10" dirty="0"/>
              <a:t>t</a:t>
            </a:r>
            <a:r>
              <a:rPr sz="1200" spc="-5" dirty="0"/>
              <a:t>i</a:t>
            </a:r>
            <a:r>
              <a:rPr sz="1200" spc="10" dirty="0"/>
              <a:t>c</a:t>
            </a:r>
            <a:r>
              <a:rPr sz="1200" spc="-5" dirty="0"/>
              <a:t>a</a:t>
            </a:r>
            <a:r>
              <a:rPr sz="1200" spc="10" dirty="0"/>
              <a:t>t</a:t>
            </a:r>
            <a:r>
              <a:rPr sz="1200" spc="-5" dirty="0"/>
              <a:t>io</a:t>
            </a:r>
            <a:r>
              <a:rPr sz="1200" spc="10" dirty="0"/>
              <a:t>n</a:t>
            </a:r>
            <a:r>
              <a:rPr sz="1200" spc="-5" dirty="0"/>
              <a:t>F</a:t>
            </a:r>
            <a:r>
              <a:rPr sz="1200" spc="10" dirty="0"/>
              <a:t>ai</a:t>
            </a:r>
            <a:r>
              <a:rPr sz="1200" spc="-5" dirty="0"/>
              <a:t>lu</a:t>
            </a:r>
            <a:r>
              <a:rPr sz="1200" spc="10" dirty="0"/>
              <a:t>r</a:t>
            </a:r>
            <a:r>
              <a:rPr sz="1200" spc="-5" dirty="0"/>
              <a:t>eH</a:t>
            </a:r>
            <a:r>
              <a:rPr sz="1200" spc="10" dirty="0"/>
              <a:t>a</a:t>
            </a:r>
            <a:r>
              <a:rPr sz="1200" spc="-5" dirty="0"/>
              <a:t>n</a:t>
            </a:r>
            <a:r>
              <a:rPr sz="1200" spc="10" dirty="0"/>
              <a:t>d</a:t>
            </a:r>
            <a:r>
              <a:rPr sz="1200" spc="-5" dirty="0"/>
              <a:t>l</a:t>
            </a:r>
            <a:r>
              <a:rPr sz="1200" spc="10" dirty="0"/>
              <a:t>e</a:t>
            </a:r>
            <a:r>
              <a:rPr sz="1200" spc="-5" dirty="0"/>
              <a:t>r</a:t>
            </a:r>
            <a:r>
              <a:rPr sz="1200" spc="20" dirty="0"/>
              <a:t>"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59690" marR="1711325" algn="ctr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solidFill>
                  <a:srgbClr val="008080"/>
                </a:solidFill>
              </a:rPr>
              <a:t>&lt;</a:t>
            </a:r>
            <a:r>
              <a:rPr sz="1200" spc="10" dirty="0">
                <a:solidFill>
                  <a:srgbClr val="3E7E7E"/>
                </a:solidFill>
              </a:rPr>
              <a:t>p</a:t>
            </a:r>
            <a:r>
              <a:rPr sz="1200" spc="-5" dirty="0">
                <a:solidFill>
                  <a:srgbClr val="3E7E7E"/>
                </a:solidFill>
              </a:rPr>
              <a:t>r</a:t>
            </a:r>
            <a:r>
              <a:rPr sz="1200" spc="10" dirty="0">
                <a:solidFill>
                  <a:srgbClr val="3E7E7E"/>
                </a:solidFill>
              </a:rPr>
              <a:t>o</a:t>
            </a:r>
            <a:r>
              <a:rPr sz="1200" spc="-5" dirty="0">
                <a:solidFill>
                  <a:srgbClr val="3E7E7E"/>
                </a:solidFill>
              </a:rPr>
              <a:t>pe</a:t>
            </a:r>
            <a:r>
              <a:rPr sz="1200" spc="10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t</a:t>
            </a:r>
            <a:r>
              <a:rPr sz="1200" dirty="0">
                <a:solidFill>
                  <a:srgbClr val="3E7E7E"/>
                </a:solidFill>
              </a:rPr>
              <a:t>y</a:t>
            </a:r>
            <a:r>
              <a:rPr sz="1200" spc="25" dirty="0">
                <a:solidFill>
                  <a:srgbClr val="3E7E7E"/>
                </a:solidFill>
              </a:rPr>
              <a:t> </a:t>
            </a:r>
            <a:r>
              <a:rPr sz="1200" spc="-5" dirty="0">
                <a:solidFill>
                  <a:srgbClr val="7E007E"/>
                </a:solidFill>
              </a:rPr>
              <a:t>na</a:t>
            </a:r>
            <a:r>
              <a:rPr sz="1200" spc="10" dirty="0">
                <a:solidFill>
                  <a:srgbClr val="7E007E"/>
                </a:solidFill>
              </a:rPr>
              <a:t>m</a:t>
            </a:r>
            <a:r>
              <a:rPr sz="1200" dirty="0">
                <a:solidFill>
                  <a:srgbClr val="7E007E"/>
                </a:solidFill>
              </a:rPr>
              <a:t>e</a:t>
            </a:r>
            <a:r>
              <a:rPr sz="1200" spc="-5" dirty="0"/>
              <a:t>=</a:t>
            </a:r>
            <a:r>
              <a:rPr sz="1200" spc="10" dirty="0"/>
              <a:t>"</a:t>
            </a:r>
            <a:r>
              <a:rPr sz="1200" spc="-5" dirty="0"/>
              <a:t>d</a:t>
            </a:r>
            <a:r>
              <a:rPr sz="1200" spc="10" dirty="0"/>
              <a:t>e</a:t>
            </a:r>
            <a:r>
              <a:rPr sz="1200" spc="-5" dirty="0"/>
              <a:t>f</a:t>
            </a:r>
            <a:r>
              <a:rPr sz="1200" spc="10" dirty="0"/>
              <a:t>a</a:t>
            </a:r>
            <a:r>
              <a:rPr sz="1200" spc="-5" dirty="0"/>
              <a:t>ul</a:t>
            </a:r>
            <a:r>
              <a:rPr sz="1200" spc="10" dirty="0"/>
              <a:t>t</a:t>
            </a:r>
            <a:r>
              <a:rPr sz="1200" spc="-5" dirty="0"/>
              <a:t>F</a:t>
            </a:r>
            <a:r>
              <a:rPr sz="1200" spc="10" dirty="0"/>
              <a:t>ai</a:t>
            </a:r>
            <a:r>
              <a:rPr sz="1200" spc="-5" dirty="0"/>
              <a:t>lu</a:t>
            </a:r>
            <a:r>
              <a:rPr sz="1200" spc="10" dirty="0"/>
              <a:t>r</a:t>
            </a:r>
            <a:r>
              <a:rPr sz="1200" spc="-5" dirty="0"/>
              <a:t>eU</a:t>
            </a:r>
            <a:r>
              <a:rPr sz="1200" spc="10" dirty="0"/>
              <a:t>rl</a:t>
            </a:r>
            <a:r>
              <a:rPr sz="1200" dirty="0"/>
              <a:t>"</a:t>
            </a:r>
            <a:r>
              <a:rPr sz="1200" spc="10" dirty="0"/>
              <a:t> </a:t>
            </a:r>
            <a:r>
              <a:rPr sz="1200" spc="10" dirty="0">
                <a:solidFill>
                  <a:srgbClr val="7E007E"/>
                </a:solidFill>
              </a:rPr>
              <a:t>v</a:t>
            </a:r>
            <a:r>
              <a:rPr sz="1200" spc="-5" dirty="0">
                <a:solidFill>
                  <a:srgbClr val="7E007E"/>
                </a:solidFill>
              </a:rPr>
              <a:t>al</a:t>
            </a:r>
            <a:r>
              <a:rPr sz="1200" spc="10" dirty="0">
                <a:solidFill>
                  <a:srgbClr val="7E007E"/>
                </a:solidFill>
              </a:rPr>
              <a:t>u</a:t>
            </a:r>
            <a:r>
              <a:rPr sz="1200" dirty="0">
                <a:solidFill>
                  <a:srgbClr val="7E007E"/>
                </a:solidFill>
              </a:rPr>
              <a:t>e</a:t>
            </a:r>
            <a:r>
              <a:rPr sz="1200" spc="10" dirty="0"/>
              <a:t>="</a:t>
            </a:r>
            <a:r>
              <a:rPr sz="1200" spc="-5" dirty="0"/>
              <a:t>/l</a:t>
            </a:r>
            <a:r>
              <a:rPr sz="1200" spc="10" dirty="0"/>
              <a:t>o</a:t>
            </a:r>
            <a:r>
              <a:rPr sz="1200" spc="-5" dirty="0"/>
              <a:t>gi</a:t>
            </a:r>
            <a:r>
              <a:rPr sz="1200" spc="10" dirty="0"/>
              <a:t>n</a:t>
            </a:r>
            <a:r>
              <a:rPr sz="1200" spc="-5" dirty="0"/>
              <a:t>.</a:t>
            </a:r>
            <a:r>
              <a:rPr sz="1200" spc="10" dirty="0"/>
              <a:t>d</a:t>
            </a:r>
            <a:r>
              <a:rPr sz="1200" dirty="0"/>
              <a:t>o</a:t>
            </a:r>
            <a:r>
              <a:rPr sz="1200" spc="10" dirty="0"/>
              <a:t>"</a:t>
            </a:r>
            <a:r>
              <a:rPr sz="1200" spc="-5" dirty="0">
                <a:solidFill>
                  <a:srgbClr val="008080"/>
                </a:solidFill>
              </a:rPr>
              <a:t>/&gt;</a:t>
            </a:r>
            <a:endParaRPr sz="1200"/>
          </a:p>
          <a:p>
            <a:pPr marL="585470">
              <a:lnSpc>
                <a:spcPct val="100000"/>
              </a:lnSpc>
              <a:spcBef>
                <a:spcPts val="420"/>
              </a:spcBef>
            </a:pPr>
            <a:r>
              <a:rPr sz="1200" spc="-5" dirty="0">
                <a:solidFill>
                  <a:srgbClr val="008080"/>
                </a:solidFill>
              </a:rPr>
              <a:t>&lt;</a:t>
            </a:r>
            <a:r>
              <a:rPr sz="1200" spc="10" dirty="0">
                <a:solidFill>
                  <a:srgbClr val="008080"/>
                </a:solidFill>
              </a:rPr>
              <a:t>/</a:t>
            </a:r>
            <a:r>
              <a:rPr sz="1200" spc="-5" dirty="0">
                <a:solidFill>
                  <a:srgbClr val="3E7E7E"/>
                </a:solidFill>
              </a:rPr>
              <a:t>b</a:t>
            </a:r>
            <a:r>
              <a:rPr sz="1200" spc="10" dirty="0">
                <a:solidFill>
                  <a:srgbClr val="3E7E7E"/>
                </a:solidFill>
              </a:rPr>
              <a:t>e</a:t>
            </a:r>
            <a:r>
              <a:rPr sz="1200" spc="-5" dirty="0">
                <a:solidFill>
                  <a:srgbClr val="3E7E7E"/>
                </a:solidFill>
              </a:rPr>
              <a:t>a</a:t>
            </a:r>
            <a:r>
              <a:rPr sz="1200" spc="10" dirty="0">
                <a:solidFill>
                  <a:srgbClr val="3E7E7E"/>
                </a:solidFill>
              </a:rPr>
              <a:t>n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401320">
              <a:lnSpc>
                <a:spcPct val="100000"/>
              </a:lnSpc>
              <a:spcBef>
                <a:spcPts val="405"/>
              </a:spcBef>
            </a:pPr>
            <a:r>
              <a:rPr sz="1200" spc="10" dirty="0">
                <a:solidFill>
                  <a:srgbClr val="008080"/>
                </a:solidFill>
              </a:rPr>
              <a:t>&lt;</a:t>
            </a:r>
            <a:r>
              <a:rPr sz="1200" dirty="0">
                <a:solidFill>
                  <a:srgbClr val="008080"/>
                </a:solidFill>
              </a:rPr>
              <a:t>/</a:t>
            </a:r>
            <a:r>
              <a:rPr sz="1200" spc="-5" dirty="0">
                <a:solidFill>
                  <a:srgbClr val="3E7E7E"/>
                </a:solidFill>
              </a:rPr>
              <a:t>p</a:t>
            </a:r>
            <a:r>
              <a:rPr sz="1200" spc="10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o</a:t>
            </a:r>
            <a:r>
              <a:rPr sz="1200" spc="10" dirty="0">
                <a:solidFill>
                  <a:srgbClr val="3E7E7E"/>
                </a:solidFill>
              </a:rPr>
              <a:t>p</a:t>
            </a:r>
            <a:r>
              <a:rPr sz="1200" spc="-5" dirty="0">
                <a:solidFill>
                  <a:srgbClr val="3E7E7E"/>
                </a:solidFill>
              </a:rPr>
              <a:t>e</a:t>
            </a:r>
            <a:r>
              <a:rPr sz="1200" spc="10" dirty="0">
                <a:solidFill>
                  <a:srgbClr val="3E7E7E"/>
                </a:solidFill>
              </a:rPr>
              <a:t>r</a:t>
            </a:r>
            <a:r>
              <a:rPr sz="1200" spc="-5" dirty="0">
                <a:solidFill>
                  <a:srgbClr val="3E7E7E"/>
                </a:solidFill>
              </a:rPr>
              <a:t>t</a:t>
            </a:r>
            <a:r>
              <a:rPr sz="1200" dirty="0">
                <a:solidFill>
                  <a:srgbClr val="3E7E7E"/>
                </a:solidFill>
              </a:rPr>
              <a:t>y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  <a:p>
            <a:pPr marL="401320">
              <a:lnSpc>
                <a:spcPct val="100000"/>
              </a:lnSpc>
              <a:spcBef>
                <a:spcPts val="409"/>
              </a:spcBef>
            </a:pPr>
            <a:r>
              <a:rPr sz="1200" spc="10" dirty="0">
                <a:solidFill>
                  <a:srgbClr val="008080"/>
                </a:solidFill>
              </a:rPr>
              <a:t>&lt;</a:t>
            </a:r>
            <a:r>
              <a:rPr sz="1200" spc="-5" dirty="0">
                <a:solidFill>
                  <a:srgbClr val="3E7E7E"/>
                </a:solidFill>
              </a:rPr>
              <a:t>pr</a:t>
            </a:r>
            <a:r>
              <a:rPr sz="1200" spc="5" dirty="0">
                <a:solidFill>
                  <a:srgbClr val="3E7E7E"/>
                </a:solidFill>
              </a:rPr>
              <a:t>o</a:t>
            </a:r>
            <a:r>
              <a:rPr sz="1200" spc="-5" dirty="0">
                <a:solidFill>
                  <a:srgbClr val="3E7E7E"/>
                </a:solidFill>
              </a:rPr>
              <a:t>p</a:t>
            </a:r>
            <a:r>
              <a:rPr sz="1200" spc="5" dirty="0">
                <a:solidFill>
                  <a:srgbClr val="3E7E7E"/>
                </a:solidFill>
              </a:rPr>
              <a:t>e</a:t>
            </a:r>
            <a:r>
              <a:rPr sz="1200" spc="-5" dirty="0">
                <a:solidFill>
                  <a:srgbClr val="3E7E7E"/>
                </a:solidFill>
              </a:rPr>
              <a:t>r</a:t>
            </a:r>
            <a:r>
              <a:rPr sz="1200" spc="5" dirty="0">
                <a:solidFill>
                  <a:srgbClr val="3E7E7E"/>
                </a:solidFill>
              </a:rPr>
              <a:t>t</a:t>
            </a:r>
            <a:r>
              <a:rPr sz="1200" dirty="0">
                <a:solidFill>
                  <a:srgbClr val="3E7E7E"/>
                </a:solidFill>
              </a:rPr>
              <a:t>y </a:t>
            </a:r>
            <a:r>
              <a:rPr sz="1200" spc="5" dirty="0">
                <a:solidFill>
                  <a:srgbClr val="7E007E"/>
                </a:solidFill>
              </a:rPr>
              <a:t>n</a:t>
            </a:r>
            <a:r>
              <a:rPr sz="1200" spc="-5" dirty="0">
                <a:solidFill>
                  <a:srgbClr val="7E007E"/>
                </a:solidFill>
              </a:rPr>
              <a:t>a</a:t>
            </a:r>
            <a:r>
              <a:rPr sz="1200" spc="5" dirty="0">
                <a:solidFill>
                  <a:srgbClr val="7E007E"/>
                </a:solidFill>
              </a:rPr>
              <a:t>m</a:t>
            </a:r>
            <a:r>
              <a:rPr sz="1200" spc="10" dirty="0">
                <a:solidFill>
                  <a:srgbClr val="7E007E"/>
                </a:solidFill>
              </a:rPr>
              <a:t>e</a:t>
            </a:r>
            <a:r>
              <a:rPr sz="1200" spc="-5" dirty="0"/>
              <a:t>="</a:t>
            </a:r>
            <a:r>
              <a:rPr sz="1200" spc="5" dirty="0"/>
              <a:t>r</a:t>
            </a:r>
            <a:r>
              <a:rPr sz="1200" spc="-5" dirty="0"/>
              <a:t>em</a:t>
            </a:r>
            <a:r>
              <a:rPr sz="1200" spc="5" dirty="0"/>
              <a:t>e</a:t>
            </a:r>
            <a:r>
              <a:rPr sz="1200" spc="-5" dirty="0"/>
              <a:t>m</a:t>
            </a:r>
            <a:r>
              <a:rPr sz="1200" spc="5" dirty="0"/>
              <a:t>b</a:t>
            </a:r>
            <a:r>
              <a:rPr sz="1200" spc="-5" dirty="0"/>
              <a:t>e</a:t>
            </a:r>
            <a:r>
              <a:rPr sz="1200" spc="5" dirty="0"/>
              <a:t>r</a:t>
            </a:r>
            <a:r>
              <a:rPr sz="1200" spc="-5" dirty="0"/>
              <a:t>Me</a:t>
            </a:r>
            <a:r>
              <a:rPr sz="1200" spc="5" dirty="0"/>
              <a:t>S</a:t>
            </a:r>
            <a:r>
              <a:rPr sz="1200" spc="-5" dirty="0"/>
              <a:t>e</a:t>
            </a:r>
            <a:r>
              <a:rPr sz="1200" spc="5" dirty="0"/>
              <a:t>rv</a:t>
            </a:r>
            <a:r>
              <a:rPr sz="1200" spc="-5" dirty="0"/>
              <a:t>ic</a:t>
            </a:r>
            <a:r>
              <a:rPr sz="1200" spc="5" dirty="0"/>
              <a:t>e</a:t>
            </a:r>
            <a:r>
              <a:rPr sz="1200" spc="10" dirty="0"/>
              <a:t>s</a:t>
            </a:r>
            <a:r>
              <a:rPr sz="1200" dirty="0"/>
              <a:t>"</a:t>
            </a:r>
            <a:r>
              <a:rPr sz="1200" spc="10" dirty="0"/>
              <a:t> </a:t>
            </a:r>
            <a:r>
              <a:rPr sz="1200" spc="-5" dirty="0">
                <a:solidFill>
                  <a:srgbClr val="7E007E"/>
                </a:solidFill>
              </a:rPr>
              <a:t>r</a:t>
            </a:r>
            <a:r>
              <a:rPr sz="1200" spc="5" dirty="0">
                <a:solidFill>
                  <a:srgbClr val="7E007E"/>
                </a:solidFill>
              </a:rPr>
              <a:t>e</a:t>
            </a:r>
            <a:r>
              <a:rPr sz="1200" spc="-5" dirty="0">
                <a:solidFill>
                  <a:srgbClr val="7E007E"/>
                </a:solidFill>
              </a:rPr>
              <a:t>f</a:t>
            </a:r>
            <a:r>
              <a:rPr sz="1200" spc="10" dirty="0"/>
              <a:t>=</a:t>
            </a:r>
            <a:r>
              <a:rPr sz="1200" dirty="0"/>
              <a:t>"</a:t>
            </a:r>
            <a:r>
              <a:rPr sz="1200" spc="-5" dirty="0"/>
              <a:t>r</a:t>
            </a:r>
            <a:r>
              <a:rPr sz="1200" spc="5" dirty="0"/>
              <a:t>e</a:t>
            </a:r>
            <a:r>
              <a:rPr sz="1200" spc="-5" dirty="0"/>
              <a:t>m</a:t>
            </a:r>
            <a:r>
              <a:rPr sz="1200" spc="5" dirty="0"/>
              <a:t>em</a:t>
            </a:r>
            <a:r>
              <a:rPr sz="1200" spc="-5" dirty="0"/>
              <a:t>be</a:t>
            </a:r>
            <a:r>
              <a:rPr sz="1200" spc="5" dirty="0"/>
              <a:t>r</a:t>
            </a:r>
            <a:r>
              <a:rPr sz="1200" spc="-5" dirty="0"/>
              <a:t>Me</a:t>
            </a:r>
            <a:r>
              <a:rPr sz="1200" spc="5" dirty="0"/>
              <a:t>S</a:t>
            </a:r>
            <a:r>
              <a:rPr sz="1200" spc="-5" dirty="0"/>
              <a:t>e</a:t>
            </a:r>
            <a:r>
              <a:rPr sz="1200" spc="5" dirty="0"/>
              <a:t>r</a:t>
            </a:r>
            <a:r>
              <a:rPr sz="1200" spc="-5" dirty="0"/>
              <a:t>v</a:t>
            </a:r>
            <a:r>
              <a:rPr sz="1200" spc="5" dirty="0"/>
              <a:t>i</a:t>
            </a:r>
            <a:r>
              <a:rPr sz="1200" spc="-5" dirty="0"/>
              <a:t>c</a:t>
            </a:r>
            <a:r>
              <a:rPr sz="1200" dirty="0"/>
              <a:t>e</a:t>
            </a:r>
            <a:r>
              <a:rPr sz="1200" spc="10" dirty="0"/>
              <a:t>"</a:t>
            </a:r>
            <a:r>
              <a:rPr sz="1200" spc="-5" dirty="0">
                <a:solidFill>
                  <a:srgbClr val="008080"/>
                </a:solidFill>
              </a:rPr>
              <a:t>/&gt;</a:t>
            </a:r>
            <a:endParaRPr sz="1200"/>
          </a:p>
          <a:p>
            <a:pPr marL="218440">
              <a:lnSpc>
                <a:spcPct val="100000"/>
              </a:lnSpc>
              <a:spcBef>
                <a:spcPts val="420"/>
              </a:spcBef>
            </a:pPr>
            <a:r>
              <a:rPr sz="1200" spc="-5" dirty="0">
                <a:solidFill>
                  <a:srgbClr val="008080"/>
                </a:solidFill>
              </a:rPr>
              <a:t>&lt;/</a:t>
            </a:r>
            <a:r>
              <a:rPr sz="1200" spc="10" dirty="0">
                <a:solidFill>
                  <a:srgbClr val="3E7E7E"/>
                </a:solidFill>
              </a:rPr>
              <a:t>b</a:t>
            </a:r>
            <a:r>
              <a:rPr sz="1200" spc="-5" dirty="0">
                <a:solidFill>
                  <a:srgbClr val="3E7E7E"/>
                </a:solidFill>
              </a:rPr>
              <a:t>ea</a:t>
            </a:r>
            <a:r>
              <a:rPr sz="1200" spc="15" dirty="0">
                <a:solidFill>
                  <a:srgbClr val="3E7E7E"/>
                </a:solidFill>
              </a:rPr>
              <a:t>n</a:t>
            </a:r>
            <a:r>
              <a:rPr sz="1200" dirty="0">
                <a:solidFill>
                  <a:srgbClr val="008080"/>
                </a:solidFill>
              </a:rPr>
              <a:t>&gt;</a:t>
            </a:r>
            <a:endParaRPr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Core</a:t>
            </a:r>
            <a:r>
              <a:rPr spc="-15" dirty="0"/>
              <a:t> </a:t>
            </a:r>
            <a:r>
              <a:rPr dirty="0"/>
              <a:t>authentica</a:t>
            </a:r>
            <a:r>
              <a:rPr spc="-30" dirty="0"/>
              <a:t>t</a:t>
            </a:r>
            <a:r>
              <a:rPr spc="-5" dirty="0"/>
              <a:t>io</a:t>
            </a:r>
            <a:r>
              <a:rPr dirty="0"/>
              <a:t>n</a:t>
            </a:r>
            <a:r>
              <a:rPr spc="-35" dirty="0"/>
              <a:t> </a:t>
            </a:r>
            <a:r>
              <a:rPr dirty="0"/>
              <a:t>se</a:t>
            </a:r>
            <a:r>
              <a:rPr spc="175" dirty="0"/>
              <a:t>r</a:t>
            </a:r>
            <a:r>
              <a:rPr dirty="0"/>
              <a:t>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6753859" cy="394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Authentic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</a:t>
            </a:r>
            <a:r>
              <a:rPr sz="2900" spc="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an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spc="-55" dirty="0">
                <a:latin typeface="Tw Cen MT"/>
                <a:cs typeface="Tw Cen MT"/>
              </a:rPr>
              <a:t>g</a:t>
            </a:r>
            <a:r>
              <a:rPr sz="2900" spc="-15" dirty="0">
                <a:latin typeface="Tw Cen MT"/>
                <a:cs typeface="Tw Cen MT"/>
              </a:rPr>
              <a:t>e</a:t>
            </a:r>
            <a:r>
              <a:rPr sz="2900" dirty="0">
                <a:latin typeface="Tw Cen MT"/>
                <a:cs typeface="Tw Cen MT"/>
              </a:rPr>
              <a:t>r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handl</a:t>
            </a:r>
            <a:r>
              <a:rPr sz="2600" spc="5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s</a:t>
            </a:r>
            <a:r>
              <a:rPr sz="2600" spc="-2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authentica</a:t>
            </a:r>
            <a:r>
              <a:rPr sz="2600" spc="-20" dirty="0">
                <a:latin typeface="Tw Cen MT"/>
                <a:cs typeface="Tw Cen MT"/>
              </a:rPr>
              <a:t>t</a:t>
            </a:r>
            <a:r>
              <a:rPr sz="2600" spc="-5" dirty="0">
                <a:latin typeface="Tw Cen MT"/>
                <a:cs typeface="Tw Cen MT"/>
              </a:rPr>
              <a:t>io</a:t>
            </a:r>
            <a:r>
              <a:rPr sz="2600" dirty="0">
                <a:latin typeface="Tw Cen MT"/>
                <a:cs typeface="Tw Cen MT"/>
              </a:rPr>
              <a:t>n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requests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Authentic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tionP</a:t>
            </a:r>
            <a:r>
              <a:rPr sz="2900" spc="-5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ovider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per</a:t>
            </a:r>
            <a:r>
              <a:rPr sz="2600" spc="-50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4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ms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auth</a:t>
            </a:r>
            <a:r>
              <a:rPr sz="2600" spc="5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nticat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on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UserDetailsSe</a:t>
            </a:r>
            <a:r>
              <a:rPr sz="2900" spc="10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vice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resp</a:t>
            </a:r>
            <a:r>
              <a:rPr sz="2600" spc="5" dirty="0">
                <a:latin typeface="Tw Cen MT"/>
                <a:cs typeface="Tw Cen MT"/>
              </a:rPr>
              <a:t>o</a:t>
            </a:r>
            <a:r>
              <a:rPr sz="2600" dirty="0">
                <a:latin typeface="Tw Cen MT"/>
                <a:cs typeface="Tw Cen MT"/>
              </a:rPr>
              <a:t>nsib</a:t>
            </a:r>
            <a:r>
              <a:rPr sz="2600" spc="5" dirty="0">
                <a:latin typeface="Tw Cen MT"/>
                <a:cs typeface="Tw Cen MT"/>
              </a:rPr>
              <a:t>l</a:t>
            </a:r>
            <a:r>
              <a:rPr sz="2600" dirty="0">
                <a:latin typeface="Tw Cen MT"/>
                <a:cs typeface="Tw Cen MT"/>
              </a:rPr>
              <a:t>e</a:t>
            </a:r>
            <a:r>
              <a:rPr sz="2600" spc="-45" dirty="0">
                <a:latin typeface="Tw Cen MT"/>
                <a:cs typeface="Tw Cen MT"/>
              </a:rPr>
              <a:t> </a:t>
            </a:r>
            <a:r>
              <a:rPr sz="2600" spc="-55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or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retu</a:t>
            </a:r>
            <a:r>
              <a:rPr sz="2600" spc="4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ning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an</a:t>
            </a:r>
            <a:r>
              <a:rPr sz="2600" spc="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UserDet</a:t>
            </a:r>
            <a:r>
              <a:rPr sz="2600" spc="5" dirty="0">
                <a:latin typeface="Tw Cen MT"/>
                <a:cs typeface="Tw Cen MT"/>
              </a:rPr>
              <a:t>a</a:t>
            </a:r>
            <a:r>
              <a:rPr sz="2600" spc="-5" dirty="0">
                <a:latin typeface="Tw Cen MT"/>
                <a:cs typeface="Tw Cen MT"/>
              </a:rPr>
              <a:t>i</a:t>
            </a:r>
            <a:r>
              <a:rPr sz="2600" spc="5" dirty="0">
                <a:latin typeface="Tw Cen MT"/>
                <a:cs typeface="Tw Cen MT"/>
              </a:rPr>
              <a:t>l</a:t>
            </a:r>
            <a:r>
              <a:rPr sz="2600" dirty="0">
                <a:latin typeface="Tw Cen MT"/>
                <a:cs typeface="Tw Cen MT"/>
              </a:rPr>
              <a:t>s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5" dirty="0">
                <a:latin typeface="Tw Cen MT"/>
                <a:cs typeface="Tw Cen MT"/>
              </a:rPr>
              <a:t>b</a:t>
            </a:r>
            <a:r>
              <a:rPr sz="2600" spc="-5" dirty="0">
                <a:latin typeface="Tw Cen MT"/>
                <a:cs typeface="Tw Cen MT"/>
              </a:rPr>
              <a:t>j</a:t>
            </a:r>
            <a:r>
              <a:rPr sz="2600" spc="10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ct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0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UerDet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spc="-5" dirty="0">
                <a:latin typeface="Tw Cen MT"/>
                <a:cs typeface="Tw Cen MT"/>
              </a:rPr>
              <a:t>ils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p</a:t>
            </a:r>
            <a:r>
              <a:rPr sz="2600" spc="-5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ovides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the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core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user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in</a:t>
            </a:r>
            <a:r>
              <a:rPr sz="2600" spc="-50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4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mat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on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tionM</a:t>
            </a:r>
            <a:r>
              <a:rPr spc="-20" dirty="0"/>
              <a:t>a</a:t>
            </a:r>
            <a:r>
              <a:rPr dirty="0"/>
              <a:t>n</a:t>
            </a:r>
            <a:r>
              <a:rPr spc="-15" dirty="0"/>
              <a:t>a</a:t>
            </a:r>
            <a:r>
              <a:rPr spc="-90" dirty="0"/>
              <a:t>g</a:t>
            </a:r>
            <a:r>
              <a:rPr dirty="0"/>
              <a:t>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197802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5741" y="1955038"/>
            <a:ext cx="5890260" cy="935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2700" marR="6350" indent="1270">
              <a:lnSpc>
                <a:spcPts val="2630"/>
              </a:lnSpc>
              <a:spcBef>
                <a:spcPts val="195"/>
              </a:spcBef>
            </a:pP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te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b="1" spc="2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3E3E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3EB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3EBE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3EB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3E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3EBE"/>
                </a:solidFill>
                <a:latin typeface="Courier New"/>
                <a:cs typeface="Courier New"/>
              </a:rPr>
              <a:t>on</a:t>
            </a:r>
            <a:r>
              <a:rPr sz="1600" b="1" spc="25" dirty="0">
                <a:solidFill>
                  <a:srgbClr val="3E3E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, f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ly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p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6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5532" y="2287651"/>
            <a:ext cx="1734185" cy="193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to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1088" y="2953639"/>
            <a:ext cx="7113270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g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ed</a:t>
            </a:r>
            <a:r>
              <a:rPr sz="1600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)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l.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sz="1600" b="1" dirty="0">
                <a:solidFill>
                  <a:srgbClr val="7E9FBE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m</a:t>
            </a:r>
            <a:r>
              <a:rPr sz="1600"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3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q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st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o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ct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sz="1600" b="1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etur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n</a:t>
            </a:r>
            <a:r>
              <a:rPr sz="1600"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ful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y</a:t>
            </a:r>
            <a:r>
              <a:rPr sz="1600" b="1" spc="-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au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hent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b="1" spc="-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bjec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nclu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g</a:t>
            </a:r>
            <a:r>
              <a:rPr sz="1600" spc="-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dent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als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sz="1600" b="1" spc="0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ws</a:t>
            </a:r>
            <a:r>
              <a:rPr sz="1600"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on</a:t>
            </a:r>
            <a:r>
              <a:rPr sz="1600" b="1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if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3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fails</a:t>
            </a:r>
            <a:r>
              <a:rPr sz="1600" b="1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1387" y="4284345"/>
            <a:ext cx="7355840" cy="935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3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0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throws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" dirty="0"/>
              <a:t>P</a:t>
            </a:r>
            <a:r>
              <a:rPr spc="-110" dirty="0"/>
              <a:t>r</a:t>
            </a:r>
            <a:r>
              <a:rPr dirty="0"/>
              <a:t>ovid</a:t>
            </a:r>
            <a:r>
              <a:rPr spc="-20" dirty="0"/>
              <a:t>e</a:t>
            </a:r>
            <a:r>
              <a:rPr dirty="0"/>
              <a:t>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503428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2953639"/>
            <a:ext cx="7844790" cy="293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0" indent="-243840">
              <a:lnSpc>
                <a:spcPct val="100000"/>
              </a:lnSpc>
              <a:buClr>
                <a:srgbClr val="3E5FBE"/>
              </a:buClr>
              <a:buFont typeface="Courier New"/>
              <a:buChar char="*"/>
              <a:tabLst>
                <a:tab pos="622935" algn="l"/>
              </a:tabLst>
            </a:pP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sz="1600" b="1" spc="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rn</a:t>
            </a:r>
            <a:r>
              <a:rPr sz="1600"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y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ed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o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ct</a:t>
            </a:r>
            <a:r>
              <a:rPr sz="1600" b="1" spc="2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ng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spc="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622300" indent="-243840">
              <a:lnSpc>
                <a:spcPct val="100000"/>
              </a:lnSpc>
              <a:spcBef>
                <a:spcPts val="695"/>
              </a:spcBef>
              <a:buClr>
                <a:srgbClr val="3E5FBE"/>
              </a:buClr>
              <a:buFont typeface="Courier New"/>
              <a:buChar char="*"/>
              <a:tabLst>
                <a:tab pos="622935" algn="l"/>
              </a:tabLst>
            </a:pP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sz="1600" b="1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9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9FBE"/>
                </a:solidFill>
                <a:latin typeface="Courier New"/>
                <a:cs typeface="Courier New"/>
              </a:rPr>
              <a:t>ws</a:t>
            </a:r>
            <a:r>
              <a:rPr sz="1600"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on</a:t>
            </a:r>
            <a:r>
              <a:rPr sz="1600" b="1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if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3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fail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.*/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10"/>
              </a:spcBef>
            </a:pPr>
            <a:r>
              <a:rPr sz="1600" spc="-15" dirty="0">
                <a:latin typeface="Courier New"/>
                <a:cs typeface="Courier New"/>
              </a:rPr>
              <a:t>Auth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ntic</a:t>
            </a:r>
            <a:r>
              <a:rPr sz="1600" spc="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tio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then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icat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uthe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tica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au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hent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tio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throws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4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true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if</a:t>
            </a:r>
            <a:r>
              <a:rPr sz="1600" b="1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b="1" spc="3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the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3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.*/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&lt;</a:t>
            </a:r>
            <a:r>
              <a:rPr sz="1600" spc="-10" dirty="0">
                <a:latin typeface="Courier New"/>
                <a:cs typeface="Courier New"/>
              </a:rPr>
              <a:t>?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ds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j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3307" y="2278389"/>
          <a:ext cx="7279049" cy="663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2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/*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s 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n.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24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@</a:t>
                      </a:r>
                      <a:r>
                        <a:rPr sz="1600" b="1" spc="10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b="1" spc="-5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spc="-5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b="1" spc="15" dirty="0">
                          <a:solidFill>
                            <a:srgbClr val="7E9FB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n t</a:t>
                      </a:r>
                      <a:r>
                        <a:rPr sz="1600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spc="3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600" b="1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st </a:t>
                      </a:r>
                      <a:r>
                        <a:rPr sz="1600" b="1" spc="1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j</a:t>
                      </a:r>
                      <a:r>
                        <a:rPr sz="1600" b="1" spc="-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spc="45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dirty="0">
                          <a:solidFill>
                            <a:srgbClr val="3E5FBE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UserD</a:t>
            </a:r>
            <a:r>
              <a:rPr spc="10" dirty="0"/>
              <a:t>e</a:t>
            </a:r>
            <a:r>
              <a:rPr dirty="0"/>
              <a:t>ta</a:t>
            </a:r>
            <a:r>
              <a:rPr spc="-20" dirty="0"/>
              <a:t>i</a:t>
            </a:r>
            <a:r>
              <a:rPr spc="-5" dirty="0"/>
              <a:t>lsSe</a:t>
            </a:r>
            <a:r>
              <a:rPr spc="175" dirty="0"/>
              <a:t>r</a:t>
            </a:r>
            <a:r>
              <a:rPr dirty="0"/>
              <a:t>vi</a:t>
            </a:r>
            <a:r>
              <a:rPr spc="-20" dirty="0"/>
              <a:t>c</a:t>
            </a:r>
            <a:r>
              <a:rPr dirty="0"/>
              <a:t>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1978025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/*Core</a:t>
            </a:r>
            <a:r>
              <a:rPr sz="1600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532" y="1534292"/>
            <a:ext cx="5889625" cy="202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4039" marR="6350" indent="-1905">
              <a:lnSpc>
                <a:spcPct val="136300"/>
              </a:lnSpc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w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ch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l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7E9F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a.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*/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3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es</a:t>
            </a:r>
            <a:r>
              <a:rPr sz="1600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ed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he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0775" rIns="0" bIns="0" rtlCol="0">
            <a:spAutoFit/>
          </a:bodyPr>
          <a:lstStyle/>
          <a:p>
            <a:pPr marL="828040">
              <a:lnSpc>
                <a:spcPct val="100000"/>
              </a:lnSpc>
            </a:pPr>
            <a:r>
              <a:rPr spc="-10" dirty="0">
                <a:solidFill>
                  <a:srgbClr val="7E9FBE"/>
                </a:solidFill>
              </a:rPr>
              <a:t>@</a:t>
            </a:r>
            <a:r>
              <a:rPr dirty="0">
                <a:solidFill>
                  <a:srgbClr val="7E9FBE"/>
                </a:solidFill>
              </a:rPr>
              <a:t>p</a:t>
            </a:r>
            <a:r>
              <a:rPr spc="-15" dirty="0">
                <a:solidFill>
                  <a:srgbClr val="7E9FBE"/>
                </a:solidFill>
              </a:rPr>
              <a:t>a</a:t>
            </a:r>
            <a:r>
              <a:rPr spc="-10" dirty="0">
                <a:solidFill>
                  <a:srgbClr val="7E9FBE"/>
                </a:solidFill>
              </a:rPr>
              <a:t>r</a:t>
            </a:r>
            <a:r>
              <a:rPr spc="-15" dirty="0">
                <a:solidFill>
                  <a:srgbClr val="7E9FBE"/>
                </a:solidFill>
              </a:rPr>
              <a:t>a</a:t>
            </a:r>
            <a:r>
              <a:rPr spc="-10" dirty="0">
                <a:solidFill>
                  <a:srgbClr val="7E9FBE"/>
                </a:solidFill>
              </a:rPr>
              <a:t>m</a:t>
            </a:r>
            <a:r>
              <a:rPr spc="15" dirty="0">
                <a:solidFill>
                  <a:srgbClr val="7E9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u</a:t>
            </a:r>
            <a:r>
              <a:rPr spc="-10" dirty="0">
                <a:solidFill>
                  <a:srgbClr val="3E5FBE"/>
                </a:solidFill>
              </a:rPr>
              <a:t>s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-15" dirty="0">
                <a:solidFill>
                  <a:srgbClr val="3E5FBE"/>
                </a:solidFill>
              </a:rPr>
              <a:t>n</a:t>
            </a:r>
            <a:r>
              <a:rPr spc="-10" dirty="0">
                <a:solidFill>
                  <a:srgbClr val="3E5FBE"/>
                </a:solidFill>
              </a:rPr>
              <a:t>a</a:t>
            </a:r>
            <a:r>
              <a:rPr dirty="0">
                <a:solidFill>
                  <a:srgbClr val="3E5FBE"/>
                </a:solidFill>
              </a:rPr>
              <a:t>m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t</a:t>
            </a:r>
            <a:r>
              <a:rPr spc="-10" dirty="0">
                <a:solidFill>
                  <a:srgbClr val="3E5FBE"/>
                </a:solidFill>
              </a:rPr>
              <a:t>he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u</a:t>
            </a:r>
            <a:r>
              <a:rPr spc="-15" dirty="0">
                <a:solidFill>
                  <a:srgbClr val="3E5FBE"/>
                </a:solidFill>
              </a:rPr>
              <a:t>s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spc="-15" dirty="0">
                <a:solidFill>
                  <a:srgbClr val="3E5FBE"/>
                </a:solidFill>
              </a:rPr>
              <a:t>r</a:t>
            </a:r>
            <a:r>
              <a:rPr spc="-10" dirty="0">
                <a:solidFill>
                  <a:srgbClr val="3E5FBE"/>
                </a:solidFill>
              </a:rPr>
              <a:t>n</a:t>
            </a:r>
            <a:r>
              <a:rPr dirty="0">
                <a:solidFill>
                  <a:srgbClr val="3E5FBE"/>
                </a:solidFill>
              </a:rPr>
              <a:t>a</a:t>
            </a:r>
            <a:r>
              <a:rPr spc="-15" dirty="0">
                <a:solidFill>
                  <a:srgbClr val="3E5FBE"/>
                </a:solidFill>
              </a:rPr>
              <a:t>m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i</a:t>
            </a:r>
            <a:r>
              <a:rPr dirty="0">
                <a:solidFill>
                  <a:srgbClr val="3E5FBE"/>
                </a:solidFill>
              </a:rPr>
              <a:t>d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n</a:t>
            </a:r>
            <a:r>
              <a:rPr spc="-15" dirty="0">
                <a:solidFill>
                  <a:srgbClr val="3E5FBE"/>
                </a:solidFill>
              </a:rPr>
              <a:t>t</a:t>
            </a:r>
            <a:r>
              <a:rPr spc="-10" dirty="0">
                <a:solidFill>
                  <a:srgbClr val="3E5FBE"/>
                </a:solidFill>
              </a:rPr>
              <a:t>i</a:t>
            </a:r>
            <a:r>
              <a:rPr spc="-15" dirty="0">
                <a:solidFill>
                  <a:srgbClr val="3E5FBE"/>
                </a:solidFill>
              </a:rPr>
              <a:t>f</a:t>
            </a:r>
            <a:r>
              <a:rPr spc="-10" dirty="0">
                <a:solidFill>
                  <a:srgbClr val="3E5FBE"/>
                </a:solidFill>
              </a:rPr>
              <a:t>y</a:t>
            </a:r>
            <a:r>
              <a:rPr dirty="0">
                <a:solidFill>
                  <a:srgbClr val="3E5FBE"/>
                </a:solidFill>
              </a:rPr>
              <a:t>i</a:t>
            </a:r>
            <a:r>
              <a:rPr spc="-15" dirty="0">
                <a:solidFill>
                  <a:srgbClr val="3E5FBE"/>
                </a:solidFill>
              </a:rPr>
              <a:t>n</a:t>
            </a:r>
            <a:r>
              <a:rPr spc="-10" dirty="0">
                <a:solidFill>
                  <a:srgbClr val="3E5FBE"/>
                </a:solidFill>
              </a:rPr>
              <a:t>g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t</a:t>
            </a:r>
            <a:r>
              <a:rPr dirty="0">
                <a:solidFill>
                  <a:srgbClr val="3E5FBE"/>
                </a:solidFill>
              </a:rPr>
              <a:t>h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spc="40"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user</a:t>
            </a:r>
          </a:p>
          <a:p>
            <a:pPr marL="828040">
              <a:lnSpc>
                <a:spcPct val="100000"/>
              </a:lnSpc>
              <a:spcBef>
                <a:spcPts val="695"/>
              </a:spcBef>
            </a:pP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b="1" spc="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rn</a:t>
            </a:r>
            <a:r>
              <a:rPr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3E5FBE"/>
                </a:solidFill>
              </a:rPr>
              <a:t>a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f</a:t>
            </a:r>
            <a:r>
              <a:rPr spc="-10" dirty="0">
                <a:solidFill>
                  <a:srgbClr val="3E5FBE"/>
                </a:solidFill>
              </a:rPr>
              <a:t>u</a:t>
            </a:r>
            <a:r>
              <a:rPr spc="-15" dirty="0">
                <a:solidFill>
                  <a:srgbClr val="3E5FBE"/>
                </a:solidFill>
              </a:rPr>
              <a:t>l</a:t>
            </a:r>
            <a:r>
              <a:rPr spc="0" dirty="0">
                <a:solidFill>
                  <a:srgbClr val="3E5FBE"/>
                </a:solidFill>
              </a:rPr>
              <a:t>l</a:t>
            </a:r>
            <a:r>
              <a:rPr spc="-10" dirty="0">
                <a:solidFill>
                  <a:srgbClr val="3E5FBE"/>
                </a:solidFill>
              </a:rPr>
              <a:t>y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p</a:t>
            </a:r>
            <a:r>
              <a:rPr spc="-10" dirty="0">
                <a:solidFill>
                  <a:srgbClr val="3E5FBE"/>
                </a:solidFill>
              </a:rPr>
              <a:t>o</a:t>
            </a:r>
            <a:r>
              <a:rPr dirty="0">
                <a:solidFill>
                  <a:srgbClr val="3E5FBE"/>
                </a:solidFill>
              </a:rPr>
              <a:t>p</a:t>
            </a:r>
            <a:r>
              <a:rPr spc="-15" dirty="0">
                <a:solidFill>
                  <a:srgbClr val="3E5FBE"/>
                </a:solidFill>
              </a:rPr>
              <a:t>u</a:t>
            </a:r>
            <a:r>
              <a:rPr spc="-10" dirty="0">
                <a:solidFill>
                  <a:srgbClr val="3E5FBE"/>
                </a:solidFill>
              </a:rPr>
              <a:t>l</a:t>
            </a:r>
            <a:r>
              <a:rPr spc="-15" dirty="0">
                <a:solidFill>
                  <a:srgbClr val="3E5FBE"/>
                </a:solidFill>
              </a:rPr>
              <a:t>a</a:t>
            </a:r>
            <a:r>
              <a:rPr spc="-10" dirty="0">
                <a:solidFill>
                  <a:srgbClr val="3E5FBE"/>
                </a:solidFill>
              </a:rPr>
              <a:t>t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d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u</a:t>
            </a:r>
            <a:r>
              <a:rPr spc="-10" dirty="0">
                <a:solidFill>
                  <a:srgbClr val="3E5FBE"/>
                </a:solidFill>
              </a:rPr>
              <a:t>s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r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spc="-15" dirty="0">
                <a:solidFill>
                  <a:srgbClr val="3E5FBE"/>
                </a:solidFill>
              </a:rPr>
              <a:t>c</a:t>
            </a:r>
            <a:r>
              <a:rPr spc="-10" dirty="0">
                <a:solidFill>
                  <a:srgbClr val="3E5FBE"/>
                </a:solidFill>
              </a:rPr>
              <a:t>o</a:t>
            </a:r>
            <a:r>
              <a:rPr spc="-15" dirty="0">
                <a:solidFill>
                  <a:srgbClr val="3E5FBE"/>
                </a:solidFill>
              </a:rPr>
              <a:t>r</a:t>
            </a:r>
            <a:r>
              <a:rPr spc="-10" dirty="0">
                <a:solidFill>
                  <a:srgbClr val="3E5FBE"/>
                </a:solidFill>
              </a:rPr>
              <a:t>d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(</a:t>
            </a:r>
            <a:r>
              <a:rPr spc="-10" dirty="0">
                <a:solidFill>
                  <a:srgbClr val="3E5FBE"/>
                </a:solidFill>
              </a:rPr>
              <a:t>n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v</a:t>
            </a:r>
            <a:r>
              <a:rPr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40"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null)</a:t>
            </a:r>
          </a:p>
          <a:p>
            <a:pPr marL="828040">
              <a:lnSpc>
                <a:spcPct val="100000"/>
              </a:lnSpc>
              <a:spcBef>
                <a:spcPts val="695"/>
              </a:spcBef>
            </a:pP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b="1" spc="0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h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ws</a:t>
            </a:r>
            <a:r>
              <a:rPr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x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2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3E5FBE"/>
                </a:solidFill>
              </a:rPr>
              <a:t>i</a:t>
            </a:r>
            <a:r>
              <a:rPr spc="-10" dirty="0">
                <a:solidFill>
                  <a:srgbClr val="3E5FBE"/>
                </a:solidFill>
              </a:rPr>
              <a:t>f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0" dirty="0">
                <a:solidFill>
                  <a:srgbClr val="3E5FBE"/>
                </a:solidFill>
              </a:rPr>
              <a:t>t</a:t>
            </a:r>
            <a:r>
              <a:rPr spc="-15" dirty="0">
                <a:solidFill>
                  <a:srgbClr val="3E5FBE"/>
                </a:solidFill>
              </a:rPr>
              <a:t>h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u</a:t>
            </a:r>
            <a:r>
              <a:rPr dirty="0">
                <a:solidFill>
                  <a:srgbClr val="3E5FBE"/>
                </a:solidFill>
              </a:rPr>
              <a:t>s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15" dirty="0">
                <a:solidFill>
                  <a:srgbClr val="3E5FBE"/>
                </a:solidFill>
              </a:rPr>
              <a:t> 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b="1" spc="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ot</a:t>
            </a:r>
            <a:r>
              <a:rPr b="1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be</a:t>
            </a:r>
          </a:p>
          <a:p>
            <a:pPr marL="828040">
              <a:lnSpc>
                <a:spcPct val="100000"/>
              </a:lnSpc>
              <a:spcBef>
                <a:spcPts val="710"/>
              </a:spcBef>
            </a:pP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un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E5FBE"/>
                </a:solidFill>
              </a:rPr>
              <a:t>o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-5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th</a:t>
            </a:r>
            <a:r>
              <a:rPr spc="-10" dirty="0">
                <a:solidFill>
                  <a:srgbClr val="3E5FBE"/>
                </a:solidFill>
              </a:rPr>
              <a:t>e</a:t>
            </a:r>
            <a:r>
              <a:rPr dirty="0">
                <a:solidFill>
                  <a:srgbClr val="3E5FBE"/>
                </a:solidFill>
              </a:rPr>
              <a:t> u</a:t>
            </a:r>
            <a:r>
              <a:rPr spc="-15" dirty="0">
                <a:solidFill>
                  <a:srgbClr val="3E5FBE"/>
                </a:solidFill>
              </a:rPr>
              <a:t>se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G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rant</a:t>
            </a:r>
            <a:r>
              <a:rPr b="1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dAut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ity</a:t>
            </a:r>
          </a:p>
          <a:p>
            <a:pPr marL="567055" algn="ctr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3E5FBE"/>
                </a:solidFill>
              </a:rPr>
              <a:t>* 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@</a:t>
            </a:r>
            <a:r>
              <a:rPr b="1" spc="0" dirty="0">
                <a:solidFill>
                  <a:srgbClr val="7E9FB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h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7E9FB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7E9FBE"/>
                </a:solidFill>
                <a:latin typeface="Courier New"/>
                <a:cs typeface="Courier New"/>
              </a:rPr>
              <a:t>ws</a:t>
            </a:r>
            <a:r>
              <a:rPr b="1" spc="15" dirty="0">
                <a:solidFill>
                  <a:srgbClr val="7E9FBE"/>
                </a:solidFill>
                <a:latin typeface="Courier New"/>
                <a:cs typeface="Courier New"/>
              </a:rPr>
              <a:t> 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x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b="1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3E5FBE"/>
                </a:solidFill>
              </a:rPr>
              <a:t>i</a:t>
            </a:r>
            <a:r>
              <a:rPr spc="-10" dirty="0">
                <a:solidFill>
                  <a:srgbClr val="3E5FBE"/>
                </a:solidFill>
              </a:rPr>
              <a:t>f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u</a:t>
            </a:r>
            <a:r>
              <a:rPr spc="-10" dirty="0">
                <a:solidFill>
                  <a:srgbClr val="3E5FBE"/>
                </a:solidFill>
              </a:rPr>
              <a:t>s</a:t>
            </a:r>
            <a:r>
              <a:rPr spc="-15" dirty="0">
                <a:solidFill>
                  <a:srgbClr val="3E5FBE"/>
                </a:solidFill>
              </a:rPr>
              <a:t>e</a:t>
            </a:r>
            <a:r>
              <a:rPr spc="-10" dirty="0">
                <a:solidFill>
                  <a:srgbClr val="3E5FBE"/>
                </a:solidFill>
              </a:rPr>
              <a:t>r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c</a:t>
            </a:r>
            <a:r>
              <a:rPr dirty="0">
                <a:solidFill>
                  <a:srgbClr val="3E5FBE"/>
                </a:solidFill>
              </a:rPr>
              <a:t>o</a:t>
            </a:r>
            <a:r>
              <a:rPr spc="-15" dirty="0">
                <a:solidFill>
                  <a:srgbClr val="3E5FBE"/>
                </a:solidFill>
              </a:rPr>
              <a:t>u</a:t>
            </a:r>
            <a:r>
              <a:rPr spc="-10" dirty="0">
                <a:solidFill>
                  <a:srgbClr val="3E5FBE"/>
                </a:solidFill>
              </a:rPr>
              <a:t>ld</a:t>
            </a:r>
            <a:r>
              <a:rPr dirty="0">
                <a:solidFill>
                  <a:srgbClr val="3E5FBE"/>
                </a:solidFill>
              </a:rPr>
              <a:t> n</a:t>
            </a:r>
            <a:r>
              <a:rPr spc="-15" dirty="0">
                <a:solidFill>
                  <a:srgbClr val="3E5FBE"/>
                </a:solidFill>
              </a:rPr>
              <a:t>o</a:t>
            </a:r>
            <a:r>
              <a:rPr spc="-10" dirty="0">
                <a:solidFill>
                  <a:srgbClr val="3E5FBE"/>
                </a:solidFill>
              </a:rPr>
              <a:t>t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be</a:t>
            </a:r>
            <a:r>
              <a:rPr dirty="0">
                <a:solidFill>
                  <a:srgbClr val="3E5FBE"/>
                </a:solidFill>
              </a:rPr>
              <a:t> f</a:t>
            </a:r>
            <a:r>
              <a:rPr spc="-15" dirty="0">
                <a:solidFill>
                  <a:srgbClr val="3E5FBE"/>
                </a:solidFill>
              </a:rPr>
              <a:t>o</a:t>
            </a:r>
            <a:r>
              <a:rPr spc="-10" dirty="0">
                <a:solidFill>
                  <a:srgbClr val="3E5FBE"/>
                </a:solidFill>
              </a:rPr>
              <a:t>u</a:t>
            </a:r>
            <a:r>
              <a:rPr spc="-15" dirty="0">
                <a:solidFill>
                  <a:srgbClr val="3E5FBE"/>
                </a:solidFill>
              </a:rPr>
              <a:t>n</a:t>
            </a:r>
            <a:r>
              <a:rPr spc="-10" dirty="0">
                <a:solidFill>
                  <a:srgbClr val="3E5FBE"/>
                </a:solidFill>
              </a:rPr>
              <a:t>d</a:t>
            </a:r>
            <a:r>
              <a:rPr spc="10" dirty="0">
                <a:solidFill>
                  <a:srgbClr val="3E5FBE"/>
                </a:solidFill>
              </a:rPr>
              <a:t> </a:t>
            </a:r>
            <a:r>
              <a:rPr spc="-15" dirty="0">
                <a:solidFill>
                  <a:srgbClr val="3E5FBE"/>
                </a:solidFill>
              </a:rPr>
              <a:t>f</a:t>
            </a:r>
            <a:r>
              <a:rPr spc="-10" dirty="0">
                <a:solidFill>
                  <a:srgbClr val="3E5FBE"/>
                </a:solidFill>
              </a:rPr>
              <a:t>or</a:t>
            </a:r>
            <a:r>
              <a:rPr dirty="0">
                <a:solidFill>
                  <a:srgbClr val="3E5FBE"/>
                </a:solidFill>
              </a:rPr>
              <a:t> </a:t>
            </a:r>
            <a:r>
              <a:rPr spc="-10" dirty="0">
                <a:solidFill>
                  <a:srgbClr val="3E5FBE"/>
                </a:solidFill>
              </a:rPr>
              <a:t>a</a:t>
            </a:r>
          </a:p>
          <a:p>
            <a:pPr marL="828040">
              <a:lnSpc>
                <a:spcPct val="100000"/>
              </a:lnSpc>
              <a:spcBef>
                <a:spcPts val="695"/>
              </a:spcBef>
            </a:pP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b="1" spc="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b="1" spc="-5" dirty="0">
                <a:solidFill>
                  <a:srgbClr val="3E5FBE"/>
                </a:solidFill>
                <a:latin typeface="Courier New"/>
                <a:cs typeface="Courier New"/>
              </a:rPr>
              <a:t>y</a:t>
            </a:r>
            <a:r>
              <a:rPr b="1" spc="-10" dirty="0">
                <a:solidFill>
                  <a:srgbClr val="7E7E9F"/>
                </a:solidFill>
                <a:latin typeface="Courier New"/>
                <a:cs typeface="Courier New"/>
              </a:rPr>
              <a:t>-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b="1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ic</a:t>
            </a:r>
            <a:r>
              <a:rPr b="1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b="1" spc="2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pc="-10" dirty="0">
                <a:solidFill>
                  <a:srgbClr val="3E5FBE"/>
                </a:solidFill>
              </a:rPr>
              <a:t>*/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1387" y="4618101"/>
            <a:ext cx="7355840" cy="937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b="1" spc="-15" dirty="0">
                <a:latin typeface="Courier New"/>
                <a:cs typeface="Courier New"/>
              </a:rPr>
              <a:t>B</a:t>
            </a:r>
            <a:r>
              <a:rPr sz="1600" b="1" spc="0" dirty="0">
                <a:latin typeface="Courier New"/>
                <a:cs typeface="Courier New"/>
              </a:rPr>
              <a:t>y</a:t>
            </a:r>
            <a:r>
              <a:rPr sz="1600" b="1" spc="-15" dirty="0">
                <a:latin typeface="Courier New"/>
                <a:cs typeface="Courier New"/>
              </a:rPr>
              <a:t>U</a:t>
            </a:r>
            <a:r>
              <a:rPr sz="1600" b="1" spc="-10" dirty="0">
                <a:latin typeface="Courier New"/>
                <a:cs typeface="Courier New"/>
              </a:rPr>
              <a:t>s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r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dirty="0">
                <a:latin typeface="Courier New"/>
                <a:cs typeface="Courier New"/>
              </a:rPr>
              <a:t>m</a:t>
            </a:r>
            <a:r>
              <a:rPr sz="1600" b="1" spc="-5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ng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2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695"/>
              </a:spcBef>
            </a:pP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ws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x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,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UserD</a:t>
            </a:r>
            <a:r>
              <a:rPr spc="10" dirty="0"/>
              <a:t>e</a:t>
            </a:r>
            <a:r>
              <a:rPr dirty="0"/>
              <a:t>ta</a:t>
            </a:r>
            <a:r>
              <a:rPr spc="-20" dirty="0"/>
              <a:t>i</a:t>
            </a:r>
            <a:r>
              <a:rPr spc="-5" dirty="0"/>
              <a:t>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6256655" cy="1932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/*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2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.*/</a:t>
            </a:r>
            <a:endParaRPr sz="1600">
              <a:latin typeface="Courier New"/>
              <a:cs typeface="Courier New"/>
            </a:endParaRPr>
          </a:p>
          <a:p>
            <a:pPr marL="256540" indent="-244475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0" dirty="0">
                <a:solidFill>
                  <a:srgbClr val="7E0054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ds</a:t>
            </a:r>
            <a:r>
              <a:rPr sz="1600" b="1" spc="2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z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  <a:spcBef>
                <a:spcPts val="30"/>
              </a:spcBef>
            </a:pPr>
            <a:endParaRPr sz="1000"/>
          </a:p>
          <a:p>
            <a:pPr>
              <a:lnSpc>
                <a:spcPts val="1600"/>
              </a:lnSpc>
            </a:pPr>
            <a:endParaRPr sz="1600"/>
          </a:p>
          <a:p>
            <a:pPr marL="256540" marR="373380">
              <a:lnSpc>
                <a:spcPct val="136300"/>
              </a:lnSpc>
            </a:pP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n&lt;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();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m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532" y="3863111"/>
            <a:ext cx="879475" cy="135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algn="just">
              <a:lnSpc>
                <a:spcPct val="1365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 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 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 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366" y="3863111"/>
            <a:ext cx="3202305" cy="135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500"/>
              </a:lnSpc>
            </a:pP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x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5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0" dirty="0">
                <a:latin typeface="Courier New"/>
                <a:cs typeface="Courier New"/>
              </a:rPr>
              <a:t>)</a:t>
            </a:r>
            <a:r>
              <a:rPr sz="1600" spc="-10" dirty="0">
                <a:latin typeface="Courier New"/>
                <a:cs typeface="Courier New"/>
              </a:rPr>
              <a:t>; 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k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(); 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(); 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5285994"/>
            <a:ext cx="14732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5" dirty="0"/>
              <a:t> </a:t>
            </a:r>
            <a:r>
              <a:rPr dirty="0"/>
              <a:t>mana</a:t>
            </a:r>
            <a:r>
              <a:rPr spc="-90" dirty="0"/>
              <a:t>g</a:t>
            </a:r>
            <a:r>
              <a:rPr dirty="0"/>
              <a:t>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7032625" cy="935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security.authentication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372" y="2953639"/>
            <a:ext cx="880110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 algn="ctr">
              <a:lnSpc>
                <a:spcPct val="100000"/>
              </a:lnSpc>
            </a:pP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ref</a:t>
            </a:r>
            <a:endParaRPr sz="1600">
              <a:latin typeface="Courier New"/>
              <a:cs typeface="Courier New"/>
            </a:endParaRPr>
          </a:p>
          <a:p>
            <a:pPr marL="121920" algn="ctr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ref</a:t>
            </a:r>
            <a:endParaRPr sz="1600">
              <a:latin typeface="Courier New"/>
              <a:cs typeface="Courier New"/>
            </a:endParaRPr>
          </a:p>
          <a:p>
            <a:pPr marL="121920" algn="ctr">
              <a:lnSpc>
                <a:spcPct val="100000"/>
              </a:lnSpc>
              <a:spcBef>
                <a:spcPts val="710"/>
              </a:spcBef>
            </a:pP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ref</a:t>
            </a:r>
            <a:endParaRPr sz="16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4285" y="2864393"/>
            <a:ext cx="4424680" cy="1025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600"/>
              </a:lnSpc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oca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dapA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then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atio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Prov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4284345"/>
            <a:ext cx="1613535" cy="603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5" dirty="0"/>
              <a:t> </a:t>
            </a:r>
            <a:r>
              <a:rPr dirty="0"/>
              <a:t>p</a:t>
            </a:r>
            <a:r>
              <a:rPr spc="-95" dirty="0"/>
              <a:t>r</a:t>
            </a:r>
            <a:r>
              <a:rPr dirty="0"/>
              <a:t>ovider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866280"/>
            <a:ext cx="780986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6350" indent="-732155">
              <a:lnSpc>
                <a:spcPct val="1364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387" y="2621407"/>
            <a:ext cx="1367790" cy="1268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7729" y="2532893"/>
            <a:ext cx="6378575" cy="1022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300"/>
              </a:lnSpc>
            </a:pP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b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4194368"/>
            <a:ext cx="628142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6350" indent="-732155">
              <a:lnSpc>
                <a:spcPct val="1369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800" spc="-2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j</a:t>
            </a:r>
            <a:r>
              <a:rPr sz="8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800" spc="-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8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JdbcDaoImp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5" dirty="0"/>
              <a:t> </a:t>
            </a:r>
            <a:r>
              <a:rPr dirty="0"/>
              <a:t>DB s</a:t>
            </a:r>
            <a:r>
              <a:rPr spc="175" dirty="0"/>
              <a:t>c</a:t>
            </a:r>
            <a:r>
              <a:rPr dirty="0"/>
              <a:t>he</a:t>
            </a:r>
            <a:r>
              <a:rPr spc="5" dirty="0"/>
              <a:t>m</a:t>
            </a:r>
            <a:r>
              <a:rPr dirty="0"/>
              <a:t>a</a:t>
            </a:r>
          </a:p>
        </p:txBody>
      </p:sp>
      <p:sp>
        <p:nvSpPr>
          <p:cNvPr id="3" name="object 3"/>
          <p:cNvSpPr/>
          <p:nvPr/>
        </p:nvSpPr>
        <p:spPr>
          <a:xfrm>
            <a:off x="2438400" y="1891664"/>
            <a:ext cx="4413884" cy="3747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60" dirty="0"/>
              <a:t>P</a:t>
            </a:r>
            <a:r>
              <a:rPr dirty="0"/>
              <a:t>as</a:t>
            </a:r>
            <a:r>
              <a:rPr spc="-65" dirty="0"/>
              <a:t>s</a:t>
            </a:r>
            <a:r>
              <a:rPr spc="-80" dirty="0"/>
              <a:t>w</a:t>
            </a:r>
            <a:r>
              <a:rPr dirty="0"/>
              <a:t>ord</a:t>
            </a:r>
            <a:r>
              <a:rPr spc="-30" dirty="0"/>
              <a:t> </a:t>
            </a:r>
            <a:r>
              <a:rPr dirty="0"/>
              <a:t>enc</a:t>
            </a:r>
            <a:r>
              <a:rPr spc="5" dirty="0"/>
              <a:t>o</a:t>
            </a:r>
            <a:r>
              <a:rPr dirty="0"/>
              <a:t>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2863850" cy="288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70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spc="-25" dirty="0">
                <a:latin typeface="Tw Cen MT"/>
                <a:cs typeface="Tw Cen MT"/>
              </a:rPr>
              <a:t>s</a:t>
            </a:r>
            <a:r>
              <a:rPr sz="2900" spc="-65" dirty="0">
                <a:latin typeface="Tw Cen MT"/>
                <a:cs typeface="Tw Cen MT"/>
              </a:rPr>
              <a:t>w</a:t>
            </a:r>
            <a:r>
              <a:rPr sz="2900" dirty="0">
                <a:latin typeface="Tw Cen MT"/>
                <a:cs typeface="Tw Cen MT"/>
              </a:rPr>
              <a:t>ordEnco</a:t>
            </a:r>
            <a:r>
              <a:rPr sz="2900" spc="-10" dirty="0">
                <a:latin typeface="Tw Cen MT"/>
                <a:cs typeface="Tw Cen MT"/>
              </a:rPr>
              <a:t>d</a:t>
            </a:r>
            <a:r>
              <a:rPr sz="2900" dirty="0">
                <a:latin typeface="Tw Cen MT"/>
                <a:cs typeface="Tw Cen MT"/>
              </a:rPr>
              <a:t>er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MD5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SHA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Sal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Source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S</a:t>
            </a:r>
            <a:r>
              <a:rPr sz="2600" spc="5" dirty="0">
                <a:latin typeface="Tw Cen MT"/>
                <a:cs typeface="Tw Cen MT"/>
              </a:rPr>
              <a:t>y</a:t>
            </a:r>
            <a:r>
              <a:rPr sz="2600" dirty="0">
                <a:latin typeface="Tw Cen MT"/>
                <a:cs typeface="Tw Cen MT"/>
              </a:rPr>
              <a:t>stemW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spc="-10" dirty="0">
                <a:latin typeface="Tw Cen MT"/>
                <a:cs typeface="Tw Cen MT"/>
              </a:rPr>
              <a:t>d</a:t>
            </a:r>
            <a:r>
              <a:rPr sz="2600" dirty="0">
                <a:latin typeface="Tw Cen MT"/>
                <a:cs typeface="Tw Cen MT"/>
              </a:rPr>
              <a:t>e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eflecti</a:t>
            </a:r>
            <a:r>
              <a:rPr sz="2600" spc="10" dirty="0">
                <a:latin typeface="Tw Cen MT"/>
                <a:cs typeface="Tw Cen MT"/>
              </a:rPr>
              <a:t>o</a:t>
            </a:r>
            <a:r>
              <a:rPr sz="2600" dirty="0">
                <a:latin typeface="Tw Cen MT"/>
                <a:cs typeface="Tw Cen MT"/>
              </a:rPr>
              <a:t>n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ssion</a:t>
            </a:r>
            <a:r>
              <a:rPr spc="-40" dirty="0"/>
              <a:t> </a:t>
            </a:r>
            <a:r>
              <a:rPr dirty="0"/>
              <a:t>mana</a:t>
            </a:r>
            <a:r>
              <a:rPr spc="-90" dirty="0"/>
              <a:t>g</a:t>
            </a:r>
            <a:r>
              <a:rPr dirty="0"/>
              <a:t>em</a:t>
            </a:r>
            <a:r>
              <a:rPr spc="10" dirty="0"/>
              <a:t>e</a:t>
            </a:r>
            <a:r>
              <a:rPr dirty="0"/>
              <a:t>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866280"/>
            <a:ext cx="7967345" cy="368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180340" indent="-732155">
              <a:lnSpc>
                <a:spcPct val="1364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org.springframework.security.web.session</a:t>
            </a:r>
            <a:r>
              <a:rPr sz="1000" spc="-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value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/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5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R="1216025" algn="ctr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2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Logout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9960" marR="6350" indent="-732155">
              <a:lnSpc>
                <a:spcPct val="1363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bean 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d</a:t>
            </a:r>
            <a:r>
              <a:rPr spc="-10" dirty="0"/>
              <a:t>="</a:t>
            </a:r>
            <a:r>
              <a:rPr spc="-15" dirty="0"/>
              <a:t>l</a:t>
            </a:r>
            <a:r>
              <a:rPr spc="0" dirty="0"/>
              <a:t>o</a:t>
            </a:r>
            <a:r>
              <a:rPr spc="-15" dirty="0"/>
              <a:t>g</a:t>
            </a:r>
            <a:r>
              <a:rPr spc="-10" dirty="0"/>
              <a:t>o</a:t>
            </a:r>
            <a:r>
              <a:rPr spc="-15" dirty="0"/>
              <a:t>u</a:t>
            </a:r>
            <a:r>
              <a:rPr spc="-10" dirty="0"/>
              <a:t>t</a:t>
            </a:r>
            <a:r>
              <a:rPr spc="-15" dirty="0"/>
              <a:t>F</a:t>
            </a:r>
            <a:r>
              <a:rPr spc="-10" dirty="0"/>
              <a:t>i</a:t>
            </a:r>
            <a:r>
              <a:rPr dirty="0"/>
              <a:t>l</a:t>
            </a:r>
            <a:r>
              <a:rPr spc="-15" dirty="0"/>
              <a:t>t</a:t>
            </a:r>
            <a:r>
              <a:rPr spc="-10" dirty="0"/>
              <a:t>e</a:t>
            </a:r>
            <a:r>
              <a:rPr dirty="0"/>
              <a:t>r</a:t>
            </a:r>
            <a:r>
              <a:rPr spc="-10" dirty="0"/>
              <a:t>" 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/>
              <a:t>"</a:t>
            </a:r>
            <a:r>
              <a:rPr sz="900" dirty="0"/>
              <a:t>org.spr</a:t>
            </a:r>
            <a:r>
              <a:rPr sz="900" spc="-15" dirty="0"/>
              <a:t>i</a:t>
            </a:r>
            <a:r>
              <a:rPr sz="900" dirty="0"/>
              <a:t>ngf</a:t>
            </a:r>
            <a:r>
              <a:rPr sz="900" spc="-15" dirty="0"/>
              <a:t>r</a:t>
            </a:r>
            <a:r>
              <a:rPr sz="900" dirty="0"/>
              <a:t>amew</a:t>
            </a:r>
            <a:r>
              <a:rPr sz="900" spc="-15" dirty="0"/>
              <a:t>o</a:t>
            </a:r>
            <a:r>
              <a:rPr sz="900" dirty="0"/>
              <a:t>rk.</a:t>
            </a:r>
            <a:r>
              <a:rPr sz="900" spc="-15" dirty="0"/>
              <a:t>s</a:t>
            </a:r>
            <a:r>
              <a:rPr sz="900" dirty="0"/>
              <a:t>ecurit</a:t>
            </a:r>
            <a:r>
              <a:rPr sz="900" spc="-15" dirty="0"/>
              <a:t>y</a:t>
            </a:r>
            <a:r>
              <a:rPr sz="900" dirty="0"/>
              <a:t>.we</a:t>
            </a:r>
            <a:r>
              <a:rPr sz="900" spc="-15" dirty="0"/>
              <a:t>b</a:t>
            </a:r>
            <a:r>
              <a:rPr sz="900" dirty="0"/>
              <a:t>.aut</a:t>
            </a:r>
            <a:r>
              <a:rPr sz="900" spc="-15" dirty="0"/>
              <a:t>h</a:t>
            </a:r>
            <a:r>
              <a:rPr sz="900" dirty="0"/>
              <a:t>enti</a:t>
            </a:r>
            <a:r>
              <a:rPr sz="900" spc="-15" dirty="0"/>
              <a:t>ca</a:t>
            </a:r>
            <a:r>
              <a:rPr sz="900" dirty="0"/>
              <a:t>tion.l</a:t>
            </a:r>
            <a:r>
              <a:rPr sz="900" spc="-15" dirty="0"/>
              <a:t>o</a:t>
            </a:r>
            <a:r>
              <a:rPr sz="900" dirty="0"/>
              <a:t>gou</a:t>
            </a:r>
            <a:r>
              <a:rPr sz="900" spc="-15" dirty="0"/>
              <a:t>t</a:t>
            </a:r>
            <a:r>
              <a:rPr sz="900" dirty="0"/>
              <a:t>.</a:t>
            </a:r>
            <a:r>
              <a:rPr b="1" spc="-15" dirty="0">
                <a:latin typeface="Courier New"/>
                <a:cs typeface="Courier New"/>
              </a:rPr>
              <a:t>L</a:t>
            </a:r>
            <a:r>
              <a:rPr b="1" spc="-10" dirty="0">
                <a:latin typeface="Courier New"/>
                <a:cs typeface="Courier New"/>
              </a:rPr>
              <a:t>o</a:t>
            </a:r>
            <a:r>
              <a:rPr b="1" spc="-15" dirty="0">
                <a:latin typeface="Courier New"/>
                <a:cs typeface="Courier New"/>
              </a:rPr>
              <a:t>g</a:t>
            </a:r>
            <a:r>
              <a:rPr b="1" spc="-10" dirty="0">
                <a:latin typeface="Courier New"/>
                <a:cs typeface="Courier New"/>
              </a:rPr>
              <a:t>o</a:t>
            </a:r>
            <a:r>
              <a:rPr b="1" spc="-15" dirty="0">
                <a:latin typeface="Courier New"/>
                <a:cs typeface="Courier New"/>
              </a:rPr>
              <a:t>u</a:t>
            </a:r>
            <a:r>
              <a:rPr b="1" spc="0" dirty="0">
                <a:latin typeface="Courier New"/>
                <a:cs typeface="Courier New"/>
              </a:rPr>
              <a:t>t</a:t>
            </a:r>
            <a:r>
              <a:rPr b="1" spc="-15" dirty="0">
                <a:latin typeface="Courier New"/>
                <a:cs typeface="Courier New"/>
              </a:rPr>
              <a:t>F</a:t>
            </a:r>
            <a:r>
              <a:rPr b="1" spc="-10" dirty="0">
                <a:latin typeface="Courier New"/>
                <a:cs typeface="Courier New"/>
              </a:rPr>
              <a:t>i</a:t>
            </a:r>
            <a:r>
              <a:rPr b="1" spc="-15" dirty="0">
                <a:latin typeface="Courier New"/>
                <a:cs typeface="Courier New"/>
              </a:rPr>
              <a:t>l</a:t>
            </a:r>
            <a:r>
              <a:rPr b="1" spc="-10" dirty="0">
                <a:latin typeface="Courier New"/>
                <a:cs typeface="Courier New"/>
              </a:rPr>
              <a:t>t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0" dirty="0">
                <a:latin typeface="Courier New"/>
                <a:cs typeface="Courier New"/>
              </a:rPr>
              <a:t>r</a:t>
            </a:r>
            <a:r>
              <a:rPr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  <a:endParaRPr sz="900">
              <a:latin typeface="Courier New"/>
              <a:cs typeface="Courier New"/>
            </a:endParaRPr>
          </a:p>
          <a:p>
            <a:pPr marL="462280">
              <a:lnSpc>
                <a:spcPct val="100000"/>
              </a:lnSpc>
              <a:spcBef>
                <a:spcPts val="700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c</a:t>
            </a:r>
            <a:r>
              <a:rPr spc="-10" dirty="0">
                <a:solidFill>
                  <a:srgbClr val="3E7E7E"/>
                </a:solidFill>
              </a:rPr>
              <a:t>o</a:t>
            </a:r>
            <a:r>
              <a:rPr spc="-15" dirty="0">
                <a:solidFill>
                  <a:srgbClr val="3E7E7E"/>
                </a:solidFill>
              </a:rPr>
              <a:t>n</a:t>
            </a:r>
            <a:r>
              <a:rPr spc="0" dirty="0">
                <a:solidFill>
                  <a:srgbClr val="3E7E7E"/>
                </a:solidFill>
              </a:rPr>
              <a:t>s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u</a:t>
            </a:r>
            <a:r>
              <a:rPr spc="-10" dirty="0">
                <a:solidFill>
                  <a:srgbClr val="3E7E7E"/>
                </a:solidFill>
              </a:rPr>
              <a:t>c</a:t>
            </a:r>
            <a:r>
              <a:rPr dirty="0">
                <a:solidFill>
                  <a:srgbClr val="3E7E7E"/>
                </a:solidFill>
              </a:rPr>
              <a:t>t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-ar</a:t>
            </a:r>
            <a:r>
              <a:rPr spc="-5" dirty="0">
                <a:solidFill>
                  <a:srgbClr val="3E7E7E"/>
                </a:solidFill>
              </a:rPr>
              <a:t>g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706120">
              <a:lnSpc>
                <a:spcPct val="100000"/>
              </a:lnSpc>
              <a:spcBef>
                <a:spcPts val="70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b</a:t>
            </a:r>
            <a:r>
              <a:rPr spc="0"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a</a:t>
            </a:r>
            <a:r>
              <a:rPr spc="-10" dirty="0">
                <a:solidFill>
                  <a:srgbClr val="3E7E7E"/>
                </a:solidFill>
              </a:rPr>
              <a:t>n</a:t>
            </a:r>
            <a:r>
              <a:rPr spc="5" dirty="0">
                <a:solidFill>
                  <a:srgbClr val="3E7E7E"/>
                </a:solidFill>
              </a:rPr>
              <a:t> 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0" dirty="0">
                <a:solidFill>
                  <a:srgbClr val="7E007E"/>
                </a:solidFill>
              </a:rPr>
              <a:t>l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ss</a:t>
            </a:r>
            <a:r>
              <a:rPr spc="-10" dirty="0"/>
              <a:t>=</a:t>
            </a:r>
            <a:r>
              <a:rPr spc="-10" dirty="0">
                <a:latin typeface="Courier New"/>
                <a:cs typeface="Courier New"/>
              </a:rPr>
              <a:t>"</a:t>
            </a:r>
            <a:r>
              <a:rPr spc="-5" dirty="0">
                <a:latin typeface="Courier New"/>
                <a:cs typeface="Courier New"/>
              </a:rPr>
              <a:t>…</a:t>
            </a:r>
            <a:r>
              <a:rPr dirty="0"/>
              <a:t>S</a:t>
            </a:r>
            <a:r>
              <a:rPr spc="-15" dirty="0"/>
              <a:t>i</a:t>
            </a:r>
            <a:r>
              <a:rPr spc="-10" dirty="0"/>
              <a:t>m</a:t>
            </a:r>
            <a:r>
              <a:rPr spc="-15" dirty="0"/>
              <a:t>p</a:t>
            </a:r>
            <a:r>
              <a:rPr spc="-10" dirty="0"/>
              <a:t>l</a:t>
            </a:r>
            <a:r>
              <a:rPr dirty="0"/>
              <a:t>e</a:t>
            </a:r>
            <a:r>
              <a:rPr spc="-15" dirty="0"/>
              <a:t>U</a:t>
            </a:r>
            <a:r>
              <a:rPr spc="-10" dirty="0"/>
              <a:t>r</a:t>
            </a:r>
            <a:r>
              <a:rPr dirty="0"/>
              <a:t>l</a:t>
            </a:r>
            <a:r>
              <a:rPr b="1" spc="-15" dirty="0">
                <a:latin typeface="Courier New"/>
                <a:cs typeface="Courier New"/>
              </a:rPr>
              <a:t>L</a:t>
            </a:r>
            <a:r>
              <a:rPr b="1" spc="-10" dirty="0">
                <a:latin typeface="Courier New"/>
                <a:cs typeface="Courier New"/>
              </a:rPr>
              <a:t>o</a:t>
            </a:r>
            <a:r>
              <a:rPr b="1" spc="-15" dirty="0">
                <a:latin typeface="Courier New"/>
                <a:cs typeface="Courier New"/>
              </a:rPr>
              <a:t>g</a:t>
            </a:r>
            <a:r>
              <a:rPr b="1" spc="0" dirty="0">
                <a:latin typeface="Courier New"/>
                <a:cs typeface="Courier New"/>
              </a:rPr>
              <a:t>o</a:t>
            </a:r>
            <a:r>
              <a:rPr b="1" spc="-15" dirty="0">
                <a:latin typeface="Courier New"/>
                <a:cs typeface="Courier New"/>
              </a:rPr>
              <a:t>u</a:t>
            </a:r>
            <a:r>
              <a:rPr b="1" spc="-10" dirty="0">
                <a:latin typeface="Courier New"/>
                <a:cs typeface="Courier New"/>
              </a:rPr>
              <a:t>t</a:t>
            </a:r>
            <a:r>
              <a:rPr b="1" spc="-15" dirty="0">
                <a:latin typeface="Courier New"/>
                <a:cs typeface="Courier New"/>
              </a:rPr>
              <a:t>S</a:t>
            </a:r>
            <a:r>
              <a:rPr b="1" spc="-10" dirty="0">
                <a:latin typeface="Courier New"/>
                <a:cs typeface="Courier New"/>
              </a:rPr>
              <a:t>u</a:t>
            </a:r>
            <a:r>
              <a:rPr b="1" dirty="0">
                <a:latin typeface="Courier New"/>
                <a:cs typeface="Courier New"/>
              </a:rPr>
              <a:t>c</a:t>
            </a:r>
            <a:r>
              <a:rPr b="1" spc="-15" dirty="0">
                <a:latin typeface="Courier New"/>
                <a:cs typeface="Courier New"/>
              </a:rPr>
              <a:t>c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spc="-15" dirty="0">
                <a:latin typeface="Courier New"/>
                <a:cs typeface="Courier New"/>
              </a:rPr>
              <a:t>s</a:t>
            </a:r>
            <a:r>
              <a:rPr b="1" spc="-10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H</a:t>
            </a:r>
            <a:r>
              <a:rPr b="1" spc="-10" dirty="0">
                <a:latin typeface="Courier New"/>
                <a:cs typeface="Courier New"/>
              </a:rPr>
              <a:t>a</a:t>
            </a:r>
            <a:r>
              <a:rPr b="1" dirty="0">
                <a:latin typeface="Courier New"/>
                <a:cs typeface="Courier New"/>
              </a:rPr>
              <a:t>n</a:t>
            </a:r>
            <a:r>
              <a:rPr b="1" spc="-15" dirty="0">
                <a:latin typeface="Courier New"/>
                <a:cs typeface="Courier New"/>
              </a:rPr>
              <a:t>d</a:t>
            </a:r>
            <a:r>
              <a:rPr b="1" spc="-10" dirty="0">
                <a:latin typeface="Courier New"/>
                <a:cs typeface="Courier New"/>
              </a:rPr>
              <a:t>l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5" dirty="0">
                <a:latin typeface="Courier New"/>
                <a:cs typeface="Courier New"/>
              </a:rPr>
              <a:t>r</a:t>
            </a:r>
            <a:r>
              <a:rPr spc="0"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949960">
              <a:lnSpc>
                <a:spcPct val="100000"/>
              </a:lnSpc>
              <a:spcBef>
                <a:spcPts val="695"/>
              </a:spcBef>
            </a:pPr>
            <a:r>
              <a:rPr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spc="-10" dirty="0">
                <a:solidFill>
                  <a:srgbClr val="3E7E7E"/>
                </a:solidFill>
              </a:rPr>
              <a:t>p</a:t>
            </a:r>
            <a:r>
              <a:rPr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ty</a:t>
            </a:r>
            <a:r>
              <a:rPr spc="5" dirty="0">
                <a:solidFill>
                  <a:srgbClr val="3E7E7E"/>
                </a:solidFill>
              </a:rPr>
              <a:t> </a:t>
            </a:r>
            <a:r>
              <a:rPr spc="-15" dirty="0">
                <a:solidFill>
                  <a:srgbClr val="7E007E"/>
                </a:solidFill>
              </a:rPr>
              <a:t>n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dirty="0">
                <a:solidFill>
                  <a:srgbClr val="7E007E"/>
                </a:solidFill>
              </a:rPr>
              <a:t>m</a:t>
            </a:r>
            <a:r>
              <a:rPr spc="-5" dirty="0">
                <a:solidFill>
                  <a:srgbClr val="7E007E"/>
                </a:solidFill>
              </a:rPr>
              <a:t>e</a:t>
            </a:r>
            <a:r>
              <a:rPr spc="-10" dirty="0"/>
              <a:t>="</a:t>
            </a:r>
            <a:r>
              <a:rPr spc="-15" dirty="0"/>
              <a:t>d</a:t>
            </a:r>
            <a:r>
              <a:rPr spc="0" dirty="0"/>
              <a:t>e</a:t>
            </a:r>
            <a:r>
              <a:rPr spc="-15" dirty="0"/>
              <a:t>f</a:t>
            </a:r>
            <a:r>
              <a:rPr spc="-10" dirty="0"/>
              <a:t>a</a:t>
            </a:r>
            <a:r>
              <a:rPr spc="-15" dirty="0"/>
              <a:t>u</a:t>
            </a:r>
            <a:r>
              <a:rPr spc="-10" dirty="0"/>
              <a:t>l</a:t>
            </a:r>
            <a:r>
              <a:rPr spc="-15" dirty="0"/>
              <a:t>t</a:t>
            </a:r>
            <a:r>
              <a:rPr spc="-10" dirty="0"/>
              <a:t>T</a:t>
            </a:r>
            <a:r>
              <a:rPr dirty="0"/>
              <a:t>a</a:t>
            </a:r>
            <a:r>
              <a:rPr spc="-15" dirty="0"/>
              <a:t>r</a:t>
            </a:r>
            <a:r>
              <a:rPr spc="-10" dirty="0"/>
              <a:t>g</a:t>
            </a:r>
            <a:r>
              <a:rPr spc="-15" dirty="0"/>
              <a:t>e</a:t>
            </a:r>
            <a:r>
              <a:rPr spc="-10" dirty="0"/>
              <a:t>t</a:t>
            </a:r>
            <a:r>
              <a:rPr dirty="0"/>
              <a:t>U</a:t>
            </a:r>
            <a:r>
              <a:rPr spc="-15" dirty="0"/>
              <a:t>r</a:t>
            </a:r>
            <a:r>
              <a:rPr spc="0" dirty="0"/>
              <a:t>l</a:t>
            </a:r>
            <a:r>
              <a:rPr spc="-10" dirty="0"/>
              <a:t>"</a:t>
            </a:r>
            <a:r>
              <a:rPr dirty="0"/>
              <a:t> </a:t>
            </a:r>
            <a:r>
              <a:rPr spc="-15" dirty="0">
                <a:solidFill>
                  <a:srgbClr val="7E007E"/>
                </a:solidFill>
              </a:rPr>
              <a:t>v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dirty="0">
                <a:solidFill>
                  <a:srgbClr val="7E007E"/>
                </a:solidFill>
              </a:rPr>
              <a:t>l</a:t>
            </a:r>
            <a:r>
              <a:rPr spc="-15" dirty="0">
                <a:solidFill>
                  <a:srgbClr val="7E007E"/>
                </a:solidFill>
              </a:rPr>
              <a:t>u</a:t>
            </a:r>
            <a:r>
              <a:rPr spc="-5" dirty="0">
                <a:solidFill>
                  <a:srgbClr val="7E007E"/>
                </a:solidFill>
              </a:rPr>
              <a:t>e</a:t>
            </a:r>
            <a:r>
              <a:rPr spc="-10" dirty="0"/>
              <a:t>=</a:t>
            </a:r>
            <a:r>
              <a:rPr spc="-15" dirty="0"/>
              <a:t>"</a:t>
            </a:r>
            <a:r>
              <a:rPr spc="0" dirty="0"/>
              <a:t>/</a:t>
            </a:r>
            <a:r>
              <a:rPr spc="-15" dirty="0"/>
              <a:t>l</a:t>
            </a:r>
            <a:r>
              <a:rPr spc="-10" dirty="0"/>
              <a:t>o</a:t>
            </a:r>
            <a:r>
              <a:rPr spc="-15" dirty="0"/>
              <a:t>g</a:t>
            </a:r>
            <a:r>
              <a:rPr spc="-10" dirty="0"/>
              <a:t>i</a:t>
            </a:r>
            <a:r>
              <a:rPr spc="-15" dirty="0"/>
              <a:t>n</a:t>
            </a:r>
            <a:r>
              <a:rPr dirty="0"/>
              <a:t>"</a:t>
            </a:r>
            <a:r>
              <a:rPr dirty="0">
                <a:solidFill>
                  <a:srgbClr val="008080"/>
                </a:solidFill>
              </a:rPr>
              <a:t>/&gt;</a:t>
            </a:r>
          </a:p>
          <a:p>
            <a:pPr marL="70612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dirty="0">
                <a:solidFill>
                  <a:srgbClr val="3E7E7E"/>
                </a:solidFill>
              </a:rPr>
              <a:t>b</a:t>
            </a:r>
            <a:r>
              <a:rPr spc="-15" dirty="0">
                <a:solidFill>
                  <a:srgbClr val="3E7E7E"/>
                </a:solidFill>
              </a:rPr>
              <a:t>e</a:t>
            </a:r>
            <a:r>
              <a:rPr spc="-10" dirty="0">
                <a:solidFill>
                  <a:srgbClr val="3E7E7E"/>
                </a:solidFill>
              </a:rPr>
              <a:t>a</a:t>
            </a:r>
            <a:r>
              <a:rPr spc="-5" dirty="0">
                <a:solidFill>
                  <a:srgbClr val="3E7E7E"/>
                </a:solidFill>
              </a:rPr>
              <a:t>n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462280">
              <a:lnSpc>
                <a:spcPct val="100000"/>
              </a:lnSpc>
              <a:spcBef>
                <a:spcPts val="710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5" dirty="0">
                <a:solidFill>
                  <a:srgbClr val="3E7E7E"/>
                </a:solidFill>
              </a:rPr>
              <a:t>co</a:t>
            </a:r>
            <a:r>
              <a:rPr dirty="0">
                <a:solidFill>
                  <a:srgbClr val="3E7E7E"/>
                </a:solidFill>
              </a:rPr>
              <a:t>n</a:t>
            </a:r>
            <a:r>
              <a:rPr spc="-15" dirty="0">
                <a:solidFill>
                  <a:srgbClr val="3E7E7E"/>
                </a:solidFill>
              </a:rPr>
              <a:t>stru</a:t>
            </a:r>
            <a:r>
              <a:rPr spc="0" dirty="0">
                <a:solidFill>
                  <a:srgbClr val="3E7E7E"/>
                </a:solidFill>
              </a:rPr>
              <a:t>c</a:t>
            </a:r>
            <a:r>
              <a:rPr spc="-15" dirty="0">
                <a:solidFill>
                  <a:srgbClr val="3E7E7E"/>
                </a:solidFill>
              </a:rPr>
              <a:t>to</a:t>
            </a:r>
            <a:r>
              <a:rPr spc="-5"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-ar</a:t>
            </a:r>
            <a:r>
              <a:rPr spc="0" dirty="0">
                <a:solidFill>
                  <a:srgbClr val="3E7E7E"/>
                </a:solidFill>
              </a:rPr>
              <a:t>g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c</a:t>
            </a:r>
            <a:r>
              <a:rPr spc="-10" dirty="0">
                <a:solidFill>
                  <a:srgbClr val="3E7E7E"/>
                </a:solidFill>
              </a:rPr>
              <a:t>o</a:t>
            </a:r>
            <a:r>
              <a:rPr spc="-15" dirty="0">
                <a:solidFill>
                  <a:srgbClr val="3E7E7E"/>
                </a:solidFill>
              </a:rPr>
              <a:t>n</a:t>
            </a:r>
            <a:r>
              <a:rPr spc="0" dirty="0">
                <a:solidFill>
                  <a:srgbClr val="3E7E7E"/>
                </a:solidFill>
              </a:rPr>
              <a:t>s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u</a:t>
            </a:r>
            <a:r>
              <a:rPr spc="-10" dirty="0">
                <a:solidFill>
                  <a:srgbClr val="3E7E7E"/>
                </a:solidFill>
              </a:rPr>
              <a:t>c</a:t>
            </a:r>
            <a:r>
              <a:rPr dirty="0">
                <a:solidFill>
                  <a:srgbClr val="3E7E7E"/>
                </a:solidFill>
              </a:rPr>
              <a:t>t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-ar</a:t>
            </a:r>
            <a:r>
              <a:rPr spc="-5" dirty="0">
                <a:solidFill>
                  <a:srgbClr val="3E7E7E"/>
                </a:solidFill>
              </a:rPr>
              <a:t>g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70612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b</a:t>
            </a:r>
            <a:r>
              <a:rPr spc="0"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a</a:t>
            </a:r>
            <a:r>
              <a:rPr spc="-10" dirty="0">
                <a:solidFill>
                  <a:srgbClr val="3E7E7E"/>
                </a:solidFill>
              </a:rPr>
              <a:t>n</a:t>
            </a:r>
            <a:r>
              <a:rPr spc="5" dirty="0">
                <a:solidFill>
                  <a:srgbClr val="3E7E7E"/>
                </a:solidFill>
              </a:rPr>
              <a:t> 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0" dirty="0">
                <a:solidFill>
                  <a:srgbClr val="7E007E"/>
                </a:solidFill>
              </a:rPr>
              <a:t>l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ss</a:t>
            </a:r>
            <a:r>
              <a:rPr spc="-10" dirty="0"/>
              <a:t>=</a:t>
            </a:r>
            <a:r>
              <a:rPr spc="-10" dirty="0">
                <a:latin typeface="Courier New"/>
                <a:cs typeface="Courier New"/>
              </a:rPr>
              <a:t>"</a:t>
            </a:r>
            <a:r>
              <a:rPr spc="-5" dirty="0">
                <a:latin typeface="Courier New"/>
                <a:cs typeface="Courier New"/>
              </a:rPr>
              <a:t>…</a:t>
            </a:r>
            <a:r>
              <a:rPr dirty="0"/>
              <a:t>S</a:t>
            </a:r>
            <a:r>
              <a:rPr spc="-15" dirty="0"/>
              <a:t>e</a:t>
            </a:r>
            <a:r>
              <a:rPr spc="-10" dirty="0"/>
              <a:t>c</a:t>
            </a:r>
            <a:r>
              <a:rPr spc="-15" dirty="0"/>
              <a:t>u</a:t>
            </a:r>
            <a:r>
              <a:rPr spc="-10" dirty="0"/>
              <a:t>r</a:t>
            </a:r>
            <a:r>
              <a:rPr dirty="0"/>
              <a:t>i</a:t>
            </a:r>
            <a:r>
              <a:rPr spc="-15" dirty="0"/>
              <a:t>t</a:t>
            </a:r>
            <a:r>
              <a:rPr spc="-10" dirty="0"/>
              <a:t>y</a:t>
            </a:r>
            <a:r>
              <a:rPr spc="-15" dirty="0"/>
              <a:t>C</a:t>
            </a:r>
            <a:r>
              <a:rPr spc="-10" dirty="0"/>
              <a:t>o</a:t>
            </a:r>
            <a:r>
              <a:rPr spc="-15" dirty="0"/>
              <a:t>n</a:t>
            </a:r>
            <a:r>
              <a:rPr spc="-10" dirty="0"/>
              <a:t>t</a:t>
            </a:r>
            <a:r>
              <a:rPr dirty="0"/>
              <a:t>e</a:t>
            </a:r>
            <a:r>
              <a:rPr spc="-15" dirty="0"/>
              <a:t>x</a:t>
            </a:r>
            <a:r>
              <a:rPr spc="0" dirty="0"/>
              <a:t>t</a:t>
            </a:r>
            <a:r>
              <a:rPr b="1" spc="-15" dirty="0">
                <a:latin typeface="Courier New"/>
                <a:cs typeface="Courier New"/>
              </a:rPr>
              <a:t>L</a:t>
            </a:r>
            <a:r>
              <a:rPr b="1" spc="-10" dirty="0">
                <a:latin typeface="Courier New"/>
                <a:cs typeface="Courier New"/>
              </a:rPr>
              <a:t>o</a:t>
            </a:r>
            <a:r>
              <a:rPr b="1" dirty="0">
                <a:latin typeface="Courier New"/>
                <a:cs typeface="Courier New"/>
              </a:rPr>
              <a:t>g</a:t>
            </a:r>
            <a:r>
              <a:rPr b="1" spc="-15" dirty="0">
                <a:latin typeface="Courier New"/>
                <a:cs typeface="Courier New"/>
              </a:rPr>
              <a:t>o</a:t>
            </a:r>
            <a:r>
              <a:rPr b="1" spc="-10" dirty="0">
                <a:latin typeface="Courier New"/>
                <a:cs typeface="Courier New"/>
              </a:rPr>
              <a:t>u</a:t>
            </a:r>
            <a:r>
              <a:rPr b="1" spc="-15" dirty="0">
                <a:latin typeface="Courier New"/>
                <a:cs typeface="Courier New"/>
              </a:rPr>
              <a:t>t</a:t>
            </a:r>
            <a:r>
              <a:rPr b="1" spc="-10" dirty="0">
                <a:latin typeface="Courier New"/>
                <a:cs typeface="Courier New"/>
              </a:rPr>
              <a:t>H</a:t>
            </a:r>
            <a:r>
              <a:rPr b="1" spc="-15" dirty="0">
                <a:latin typeface="Courier New"/>
                <a:cs typeface="Courier New"/>
              </a:rPr>
              <a:t>a</a:t>
            </a:r>
            <a:r>
              <a:rPr b="1" spc="-10" dirty="0">
                <a:latin typeface="Courier New"/>
                <a:cs typeface="Courier New"/>
              </a:rPr>
              <a:t>n</a:t>
            </a:r>
            <a:r>
              <a:rPr b="1" dirty="0">
                <a:latin typeface="Courier New"/>
                <a:cs typeface="Courier New"/>
              </a:rPr>
              <a:t>d</a:t>
            </a:r>
            <a:r>
              <a:rPr b="1" spc="-15" dirty="0">
                <a:latin typeface="Courier New"/>
                <a:cs typeface="Courier New"/>
              </a:rPr>
              <a:t>l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dirty="0">
                <a:latin typeface="Courier New"/>
                <a:cs typeface="Courier New"/>
              </a:rPr>
              <a:t>r</a:t>
            </a:r>
            <a:r>
              <a:rPr spc="-10" dirty="0"/>
              <a:t>"</a:t>
            </a:r>
            <a:r>
              <a:rPr dirty="0">
                <a:solidFill>
                  <a:srgbClr val="008080"/>
                </a:solidFill>
              </a:rPr>
              <a:t>/&gt;</a:t>
            </a:r>
          </a:p>
          <a:p>
            <a:pPr marL="462280">
              <a:lnSpc>
                <a:spcPct val="100000"/>
              </a:lnSpc>
              <a:spcBef>
                <a:spcPts val="70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5" dirty="0">
                <a:solidFill>
                  <a:srgbClr val="3E7E7E"/>
                </a:solidFill>
              </a:rPr>
              <a:t>c</a:t>
            </a:r>
            <a:r>
              <a:rPr spc="-10" dirty="0">
                <a:solidFill>
                  <a:srgbClr val="3E7E7E"/>
                </a:solidFill>
              </a:rPr>
              <a:t>o</a:t>
            </a:r>
            <a:r>
              <a:rPr dirty="0">
                <a:solidFill>
                  <a:srgbClr val="3E7E7E"/>
                </a:solidFill>
              </a:rPr>
              <a:t>n</a:t>
            </a:r>
            <a:r>
              <a:rPr spc="-15" dirty="0">
                <a:solidFill>
                  <a:srgbClr val="3E7E7E"/>
                </a:solidFill>
              </a:rPr>
              <a:t>s</a:t>
            </a:r>
            <a:r>
              <a:rPr spc="-10" dirty="0">
                <a:solidFill>
                  <a:srgbClr val="3E7E7E"/>
                </a:solidFill>
              </a:rPr>
              <a:t>t</a:t>
            </a:r>
            <a:r>
              <a:rPr spc="-15"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u</a:t>
            </a:r>
            <a:r>
              <a:rPr dirty="0">
                <a:solidFill>
                  <a:srgbClr val="3E7E7E"/>
                </a:solidFill>
              </a:rPr>
              <a:t>c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o</a:t>
            </a:r>
            <a:r>
              <a:rPr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-ar</a:t>
            </a:r>
            <a:r>
              <a:rPr spc="0" dirty="0">
                <a:solidFill>
                  <a:srgbClr val="3E7E7E"/>
                </a:solidFill>
              </a:rPr>
              <a:t>g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spc="0" dirty="0">
                <a:solidFill>
                  <a:srgbClr val="3E7E7E"/>
                </a:solidFill>
              </a:rPr>
              <a:t>p</a:t>
            </a:r>
            <a:r>
              <a:rPr spc="-15" dirty="0">
                <a:solidFill>
                  <a:srgbClr val="3E7E7E"/>
                </a:solidFill>
              </a:rPr>
              <a:t>e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y</a:t>
            </a:r>
            <a:r>
              <a:rPr spc="20" dirty="0">
                <a:solidFill>
                  <a:srgbClr val="3E7E7E"/>
                </a:solidFill>
              </a:rPr>
              <a:t> </a:t>
            </a:r>
            <a:r>
              <a:rPr spc="-10" dirty="0">
                <a:solidFill>
                  <a:srgbClr val="7E007E"/>
                </a:solidFill>
              </a:rPr>
              <a:t>name</a:t>
            </a:r>
            <a:r>
              <a:rPr spc="-10" dirty="0"/>
              <a:t>=</a:t>
            </a:r>
            <a:r>
              <a:rPr spc="-5" dirty="0"/>
              <a:t>"</a:t>
            </a:r>
            <a:r>
              <a:rPr b="1" dirty="0">
                <a:latin typeface="Courier New"/>
                <a:cs typeface="Courier New"/>
              </a:rPr>
              <a:t>f</a:t>
            </a:r>
            <a:r>
              <a:rPr b="1" spc="-15" dirty="0">
                <a:latin typeface="Courier New"/>
                <a:cs typeface="Courier New"/>
              </a:rPr>
              <a:t>i</a:t>
            </a:r>
            <a:r>
              <a:rPr b="1" spc="-10" dirty="0">
                <a:latin typeface="Courier New"/>
                <a:cs typeface="Courier New"/>
              </a:rPr>
              <a:t>l</a:t>
            </a:r>
            <a:r>
              <a:rPr b="1" spc="-15" dirty="0">
                <a:latin typeface="Courier New"/>
                <a:cs typeface="Courier New"/>
              </a:rPr>
              <a:t>t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dirty="0">
                <a:latin typeface="Courier New"/>
                <a:cs typeface="Courier New"/>
              </a:rPr>
              <a:t>r</a:t>
            </a:r>
            <a:r>
              <a:rPr b="1" spc="-15" dirty="0">
                <a:latin typeface="Courier New"/>
                <a:cs typeface="Courier New"/>
              </a:rPr>
              <a:t>P</a:t>
            </a:r>
            <a:r>
              <a:rPr b="1" spc="-10" dirty="0">
                <a:latin typeface="Courier New"/>
                <a:cs typeface="Courier New"/>
              </a:rPr>
              <a:t>r</a:t>
            </a:r>
            <a:r>
              <a:rPr b="1" spc="-15" dirty="0">
                <a:latin typeface="Courier New"/>
                <a:cs typeface="Courier New"/>
              </a:rPr>
              <a:t>o</a:t>
            </a:r>
            <a:r>
              <a:rPr b="1" spc="-10" dirty="0">
                <a:latin typeface="Courier New"/>
                <a:cs typeface="Courier New"/>
              </a:rPr>
              <a:t>c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-10" dirty="0">
                <a:latin typeface="Courier New"/>
                <a:cs typeface="Courier New"/>
              </a:rPr>
              <a:t>s</a:t>
            </a:r>
            <a:r>
              <a:rPr b="1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-10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U</a:t>
            </a:r>
            <a:r>
              <a:rPr b="1" spc="-10" dirty="0">
                <a:latin typeface="Courier New"/>
                <a:cs typeface="Courier New"/>
              </a:rPr>
              <a:t>r</a:t>
            </a:r>
            <a:r>
              <a:rPr b="1" spc="20" dirty="0">
                <a:latin typeface="Courier New"/>
                <a:cs typeface="Courier New"/>
              </a:rPr>
              <a:t>l</a:t>
            </a:r>
            <a:r>
              <a:rPr spc="-10" dirty="0"/>
              <a:t>"</a:t>
            </a:r>
            <a:r>
              <a:rPr dirty="0"/>
              <a:t> </a:t>
            </a:r>
            <a:r>
              <a:rPr spc="-10" dirty="0">
                <a:solidFill>
                  <a:srgbClr val="7E007E"/>
                </a:solidFill>
              </a:rPr>
              <a:t>valu</a:t>
            </a:r>
            <a:r>
              <a:rPr dirty="0">
                <a:solidFill>
                  <a:srgbClr val="7E007E"/>
                </a:solidFill>
              </a:rPr>
              <a:t>e</a:t>
            </a:r>
            <a:r>
              <a:rPr spc="-10" dirty="0"/>
              <a:t>=</a:t>
            </a:r>
            <a:r>
              <a:rPr spc="-15" dirty="0"/>
              <a:t>"</a:t>
            </a:r>
            <a:r>
              <a:rPr spc="-10" dirty="0"/>
              <a:t>/</a:t>
            </a:r>
            <a:r>
              <a:rPr spc="-15" dirty="0"/>
              <a:t>l</a:t>
            </a:r>
            <a:r>
              <a:rPr spc="0" dirty="0"/>
              <a:t>o</a:t>
            </a:r>
            <a:r>
              <a:rPr spc="-15" dirty="0"/>
              <a:t>g</a:t>
            </a:r>
            <a:r>
              <a:rPr spc="-10" dirty="0"/>
              <a:t>o</a:t>
            </a:r>
            <a:r>
              <a:rPr spc="-15" dirty="0"/>
              <a:t>u</a:t>
            </a:r>
            <a:r>
              <a:rPr spc="-10" dirty="0"/>
              <a:t>t</a:t>
            </a:r>
            <a:r>
              <a:rPr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 marL="218440">
              <a:lnSpc>
                <a:spcPct val="100000"/>
              </a:lnSpc>
              <a:spcBef>
                <a:spcPts val="720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bean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25" dirty="0"/>
              <a:t>R</a:t>
            </a:r>
            <a:r>
              <a:rPr dirty="0"/>
              <a:t>em</a:t>
            </a:r>
            <a:r>
              <a:rPr spc="10" dirty="0"/>
              <a:t>e</a:t>
            </a:r>
            <a:r>
              <a:rPr dirty="0"/>
              <a:t>mber</a:t>
            </a:r>
            <a:r>
              <a:rPr spc="-40" dirty="0"/>
              <a:t> </a:t>
            </a:r>
            <a:r>
              <a:rPr dirty="0"/>
              <a:t>Me </a:t>
            </a:r>
            <a:r>
              <a:rPr spc="-15" dirty="0"/>
              <a:t>a</a:t>
            </a:r>
            <a:r>
              <a:rPr dirty="0"/>
              <a:t>uthe</a:t>
            </a:r>
            <a:r>
              <a:rPr spc="5" dirty="0"/>
              <a:t>n</a:t>
            </a:r>
            <a:r>
              <a:rPr dirty="0"/>
              <a:t>ti</a:t>
            </a:r>
            <a:r>
              <a:rPr spc="-20" dirty="0"/>
              <a:t>c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5643880" cy="1522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8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emember</a:t>
            </a:r>
            <a:r>
              <a:rPr sz="2900" spc="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eAuthentic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tionFilter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8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eme</a:t>
            </a:r>
            <a:r>
              <a:rPr sz="2900" spc="-1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ber</a:t>
            </a:r>
            <a:r>
              <a:rPr sz="2900" spc="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eSe</a:t>
            </a:r>
            <a:r>
              <a:rPr sz="2900" spc="10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vices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8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emember</a:t>
            </a:r>
            <a:r>
              <a:rPr sz="2900" spc="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eAuthentic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tionP</a:t>
            </a:r>
            <a:r>
              <a:rPr sz="2900" spc="-6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ovider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25" dirty="0"/>
              <a:t>R</a:t>
            </a:r>
            <a:r>
              <a:rPr dirty="0"/>
              <a:t>em</a:t>
            </a:r>
            <a:r>
              <a:rPr spc="10" dirty="0"/>
              <a:t>e</a:t>
            </a:r>
            <a:r>
              <a:rPr dirty="0"/>
              <a:t>mberMe</a:t>
            </a:r>
            <a:r>
              <a:rPr spc="-55" dirty="0"/>
              <a:t> </a:t>
            </a:r>
            <a:r>
              <a:rPr dirty="0"/>
              <a:t>se</a:t>
            </a:r>
            <a:r>
              <a:rPr spc="175" dirty="0"/>
              <a:t>r</a:t>
            </a:r>
            <a:r>
              <a:rPr dirty="0"/>
              <a:t>vice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7480934" cy="3933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3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5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t,</a:t>
            </a:r>
            <a:endParaRPr sz="1600">
              <a:latin typeface="Courier New"/>
              <a:cs typeface="Courier New"/>
            </a:endParaRPr>
          </a:p>
          <a:p>
            <a:pPr marL="256540" indent="3054350">
              <a:lnSpc>
                <a:spcPct val="100000"/>
              </a:lnSpc>
              <a:spcBef>
                <a:spcPts val="705"/>
              </a:spcBef>
            </a:pP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se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q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3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256540" indent="1831339">
              <a:lnSpc>
                <a:spcPct val="100000"/>
              </a:lnSpc>
              <a:spcBef>
                <a:spcPts val="710"/>
              </a:spcBef>
            </a:pP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tpSe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vlet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pons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resp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t,</a:t>
            </a:r>
            <a:endParaRPr sz="1600">
              <a:latin typeface="Courier New"/>
              <a:cs typeface="Courier New"/>
            </a:endParaRPr>
          </a:p>
          <a:p>
            <a:pPr marL="2456180" marR="6350">
              <a:lnSpc>
                <a:spcPct val="136200"/>
              </a:lnSpc>
              <a:spcBef>
                <a:spcPts val="10"/>
              </a:spcBef>
            </a:pP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se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f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15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25" dirty="0"/>
              <a:t>R</a:t>
            </a:r>
            <a:r>
              <a:rPr dirty="0"/>
              <a:t>em</a:t>
            </a:r>
            <a:r>
              <a:rPr spc="10" dirty="0"/>
              <a:t>e</a:t>
            </a:r>
            <a:r>
              <a:rPr dirty="0"/>
              <a:t>mber</a:t>
            </a:r>
            <a:r>
              <a:rPr spc="-40" dirty="0"/>
              <a:t> </a:t>
            </a:r>
            <a:r>
              <a:rPr dirty="0"/>
              <a:t>Me</a:t>
            </a:r>
            <a:r>
              <a:rPr spc="-20" dirty="0"/>
              <a:t> </a:t>
            </a:r>
            <a:r>
              <a:rPr dirty="0"/>
              <a:t>shema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524000"/>
            <a:ext cx="73914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An</a:t>
            </a:r>
            <a:r>
              <a:rPr spc="10" dirty="0"/>
              <a:t>o</a:t>
            </a:r>
            <a:r>
              <a:rPr spc="-135" dirty="0"/>
              <a:t>n</a:t>
            </a:r>
            <a:r>
              <a:rPr dirty="0"/>
              <a:t>ym</a:t>
            </a:r>
            <a:r>
              <a:rPr spc="10" dirty="0"/>
              <a:t>o</a:t>
            </a:r>
            <a:r>
              <a:rPr dirty="0"/>
              <a:t>us</a:t>
            </a:r>
            <a:r>
              <a:rPr spc="-55" dirty="0"/>
              <a:t> </a:t>
            </a:r>
            <a:r>
              <a:rPr dirty="0"/>
              <a:t>authentica</a:t>
            </a:r>
            <a:r>
              <a:rPr spc="-30" dirty="0"/>
              <a:t>t</a:t>
            </a:r>
            <a:r>
              <a:rPr spc="-5" dirty="0"/>
              <a:t>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866280"/>
            <a:ext cx="8211184" cy="335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1093470" indent="-732155">
              <a:lnSpc>
                <a:spcPct val="1364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...web.authenticatio</a:t>
            </a:r>
            <a:r>
              <a:rPr sz="10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  <a:spcBef>
                <a:spcPts val="29"/>
              </a:spcBef>
            </a:pPr>
            <a:endParaRPr sz="1000"/>
          </a:p>
          <a:p>
            <a:pPr>
              <a:lnSpc>
                <a:spcPts val="1600"/>
              </a:lnSpc>
            </a:pPr>
            <a:endParaRPr sz="1600"/>
          </a:p>
          <a:p>
            <a:pPr marL="744220" marR="1154430" indent="-732155">
              <a:lnSpc>
                <a:spcPct val="1363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...authenticatio</a:t>
            </a:r>
            <a:r>
              <a:rPr sz="10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.Anonym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usAu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hentic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tion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rovide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  <a:r>
              <a:rPr spc="-55" dirty="0"/>
              <a:t> </a:t>
            </a:r>
            <a:r>
              <a:rPr dirty="0"/>
              <a:t>with ma</a:t>
            </a:r>
            <a:r>
              <a:rPr spc="-20" dirty="0"/>
              <a:t>g</a:t>
            </a:r>
            <a:r>
              <a:rPr spc="-5" dirty="0"/>
              <a:t>i</a:t>
            </a:r>
            <a:r>
              <a:rPr dirty="0"/>
              <a:t>c</a:t>
            </a:r>
            <a:r>
              <a:rPr spc="-10" dirty="0"/>
              <a:t> </a:t>
            </a:r>
            <a:r>
              <a:rPr dirty="0"/>
              <a:t>ta</a:t>
            </a:r>
            <a:r>
              <a:rPr spc="-20" dirty="0"/>
              <a:t>g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7019" rIns="0" bIns="0" rtlCol="0">
            <a:spAutoFit/>
          </a:bodyPr>
          <a:lstStyle/>
          <a:p>
            <a:pPr marL="218440">
              <a:lnSpc>
                <a:spcPct val="1000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0" dirty="0">
                <a:solidFill>
                  <a:srgbClr val="7E007E"/>
                </a:solidFill>
              </a:rPr>
              <a:t>u</a:t>
            </a:r>
            <a:r>
              <a:rPr spc="-15" dirty="0">
                <a:solidFill>
                  <a:srgbClr val="7E007E"/>
                </a:solidFill>
              </a:rPr>
              <a:t>t</a:t>
            </a:r>
            <a:r>
              <a:rPr spc="-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-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-10" dirty="0">
                <a:solidFill>
                  <a:srgbClr val="7E007E"/>
                </a:solidFill>
              </a:rPr>
              <a:t>o</a:t>
            </a:r>
            <a:r>
              <a:rPr spc="-15" dirty="0">
                <a:solidFill>
                  <a:srgbClr val="7E007E"/>
                </a:solidFill>
              </a:rPr>
              <a:t>n</a:t>
            </a:r>
            <a:r>
              <a:rPr spc="0" dirty="0">
                <a:solidFill>
                  <a:srgbClr val="7E007E"/>
                </a:solidFill>
              </a:rPr>
              <a:t>f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dirty="0">
                <a:solidFill>
                  <a:srgbClr val="7E007E"/>
                </a:solidFill>
              </a:rPr>
              <a:t>g</a:t>
            </a:r>
            <a:r>
              <a:rPr spc="-10" dirty="0"/>
              <a:t>=</a:t>
            </a:r>
            <a:r>
              <a:rPr i="1" spc="-15" dirty="0">
                <a:latin typeface="Courier New"/>
                <a:cs typeface="Courier New"/>
              </a:rPr>
              <a:t>"</a:t>
            </a:r>
            <a:r>
              <a:rPr i="1" spc="0" dirty="0">
                <a:latin typeface="Courier New"/>
                <a:cs typeface="Courier New"/>
              </a:rPr>
              <a:t>t</a:t>
            </a:r>
            <a:r>
              <a:rPr i="1" spc="-15" dirty="0">
                <a:latin typeface="Courier New"/>
                <a:cs typeface="Courier New"/>
              </a:rPr>
              <a:t>r</a:t>
            </a:r>
            <a:r>
              <a:rPr i="1" spc="-10" dirty="0">
                <a:latin typeface="Courier New"/>
                <a:cs typeface="Courier New"/>
              </a:rPr>
              <a:t>u</a:t>
            </a:r>
            <a:r>
              <a:rPr i="1" spc="-15" dirty="0">
                <a:latin typeface="Courier New"/>
                <a:cs typeface="Courier New"/>
              </a:rPr>
              <a:t>e</a:t>
            </a:r>
            <a:r>
              <a:rPr i="1" spc="-5" dirty="0">
                <a:latin typeface="Courier New"/>
                <a:cs typeface="Courier New"/>
              </a:rPr>
              <a:t>"</a:t>
            </a:r>
            <a:r>
              <a:rPr i="1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</a:p>
          <a:p>
            <a:pPr marL="462280">
              <a:lnSpc>
                <a:spcPct val="100000"/>
              </a:lnSpc>
              <a:spcBef>
                <a:spcPts val="70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</a:t>
            </a:r>
            <a:r>
              <a:rPr dirty="0">
                <a:solidFill>
                  <a:srgbClr val="3E7E7E"/>
                </a:solidFill>
              </a:rPr>
              <a:t>: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form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login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7E007E"/>
                </a:solidFill>
              </a:rPr>
              <a:t>l</a:t>
            </a:r>
            <a:r>
              <a:rPr spc="-1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g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5" dirty="0">
                <a:solidFill>
                  <a:srgbClr val="7E007E"/>
                </a:solidFill>
              </a:rPr>
              <a:t>n</a:t>
            </a:r>
            <a:r>
              <a:rPr dirty="0">
                <a:solidFill>
                  <a:srgbClr val="7E007E"/>
                </a:solidFill>
              </a:rPr>
              <a:t>-</a:t>
            </a:r>
            <a:r>
              <a:rPr spc="-10" dirty="0">
                <a:solidFill>
                  <a:srgbClr val="7E007E"/>
                </a:solidFill>
              </a:rPr>
              <a:t>page</a:t>
            </a:r>
            <a:r>
              <a:rPr spc="-10" dirty="0"/>
              <a:t>=</a:t>
            </a:r>
            <a:r>
              <a:rPr i="1" spc="-15" dirty="0">
                <a:latin typeface="Courier New"/>
                <a:cs typeface="Courier New"/>
              </a:rPr>
              <a:t>"</a:t>
            </a:r>
            <a:r>
              <a:rPr i="1" spc="-10" dirty="0">
                <a:latin typeface="Courier New"/>
                <a:cs typeface="Courier New"/>
              </a:rPr>
              <a:t>"</a:t>
            </a:r>
            <a:r>
              <a:rPr i="1" spc="15" dirty="0">
                <a:latin typeface="Courier New"/>
                <a:cs typeface="Courier New"/>
              </a:rPr>
              <a:t> 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i="1" spc="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i="1" spc="-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i="1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i="1" spc="15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-url</a:t>
            </a:r>
            <a:r>
              <a:rPr i="1" spc="-10" dirty="0">
                <a:latin typeface="Courier New"/>
                <a:cs typeface="Courier New"/>
              </a:rPr>
              <a:t>="</a:t>
            </a:r>
            <a:r>
              <a:rPr i="1" dirty="0">
                <a:latin typeface="Courier New"/>
                <a:cs typeface="Courier New"/>
              </a:rPr>
              <a:t>"</a:t>
            </a:r>
            <a:r>
              <a:rPr i="1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</a:t>
            </a:r>
            <a:r>
              <a:rPr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b="1" spc="1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0"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b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e</a:t>
            </a:r>
            <a:r>
              <a:rPr spc="5" dirty="0">
                <a:solidFill>
                  <a:srgbClr val="7E007E"/>
                </a:solidFill>
              </a:rPr>
              <a:t>d</a:t>
            </a:r>
            <a:r>
              <a:rPr spc="-10" dirty="0"/>
              <a:t>=</a:t>
            </a:r>
            <a:r>
              <a:rPr i="1" spc="-10" dirty="0">
                <a:latin typeface="Courier New"/>
                <a:cs typeface="Courier New"/>
              </a:rPr>
              <a:t>"true</a:t>
            </a:r>
            <a:r>
              <a:rPr i="1" dirty="0">
                <a:latin typeface="Courier New"/>
                <a:cs typeface="Courier New"/>
              </a:rPr>
              <a:t>"</a:t>
            </a:r>
            <a:r>
              <a:rPr i="1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</a:t>
            </a:r>
            <a:r>
              <a:rPr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v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dirty="0">
                <a:solidFill>
                  <a:srgbClr val="7E007E"/>
                </a:solidFill>
              </a:rPr>
              <a:t>l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d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-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10" dirty="0">
                <a:solidFill>
                  <a:srgbClr val="7E007E"/>
                </a:solidFill>
              </a:rPr>
              <a:t>e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10"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0" dirty="0">
                <a:solidFill>
                  <a:srgbClr val="7E007E"/>
                </a:solidFill>
              </a:rPr>
              <a:t>o</a:t>
            </a:r>
            <a:r>
              <a:rPr spc="-5" dirty="0">
                <a:solidFill>
                  <a:srgbClr val="7E007E"/>
                </a:solidFill>
              </a:rPr>
              <a:t>n</a:t>
            </a:r>
            <a:r>
              <a:rPr spc="-10" dirty="0"/>
              <a:t>=</a:t>
            </a:r>
            <a:r>
              <a:rPr i="1" spc="-15" dirty="0">
                <a:latin typeface="Courier New"/>
                <a:cs typeface="Courier New"/>
              </a:rPr>
              <a:t>"</a:t>
            </a:r>
            <a:r>
              <a:rPr i="1" spc="-10" dirty="0">
                <a:latin typeface="Courier New"/>
                <a:cs typeface="Courier New"/>
              </a:rPr>
              <a:t>t</a:t>
            </a:r>
            <a:r>
              <a:rPr i="1" dirty="0">
                <a:latin typeface="Courier New"/>
                <a:cs typeface="Courier New"/>
              </a:rPr>
              <a:t>r</a:t>
            </a:r>
            <a:r>
              <a:rPr i="1" spc="-15" dirty="0">
                <a:latin typeface="Courier New"/>
                <a:cs typeface="Courier New"/>
              </a:rPr>
              <a:t>u</a:t>
            </a:r>
            <a:r>
              <a:rPr i="1" spc="-10" dirty="0">
                <a:latin typeface="Courier New"/>
                <a:cs typeface="Courier New"/>
              </a:rPr>
              <a:t>e"</a:t>
            </a:r>
            <a:r>
              <a:rPr i="1" spc="5" dirty="0">
                <a:latin typeface="Courier New"/>
                <a:cs typeface="Courier New"/>
              </a:rPr>
              <a:t> 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i="1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i="1" spc="-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i="1" spc="-10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i="1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i="1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i="1" spc="-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i="1" spc="-10" dirty="0">
                <a:latin typeface="Courier New"/>
                <a:cs typeface="Courier New"/>
              </a:rPr>
              <a:t>=""</a:t>
            </a:r>
            <a:r>
              <a:rPr i="1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</a:p>
          <a:p>
            <a:pPr marL="462280">
              <a:lnSpc>
                <a:spcPct val="100000"/>
              </a:lnSpc>
              <a:spcBef>
                <a:spcPts val="710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</a:t>
            </a:r>
            <a:r>
              <a:rPr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reme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be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r-me</a:t>
            </a:r>
            <a:r>
              <a:rPr b="1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serv</a:t>
            </a:r>
            <a:r>
              <a:rPr spc="0" dirty="0">
                <a:solidFill>
                  <a:srgbClr val="7E007E"/>
                </a:solidFill>
              </a:rPr>
              <a:t>i</a:t>
            </a:r>
            <a:r>
              <a:rPr spc="-15" dirty="0">
                <a:solidFill>
                  <a:srgbClr val="7E007E"/>
                </a:solidFill>
              </a:rPr>
              <a:t>ce</a:t>
            </a:r>
            <a:r>
              <a:rPr spc="-10" dirty="0">
                <a:solidFill>
                  <a:srgbClr val="7E007E"/>
                </a:solidFill>
              </a:rPr>
              <a:t>s-re</a:t>
            </a:r>
            <a:r>
              <a:rPr dirty="0">
                <a:solidFill>
                  <a:srgbClr val="7E007E"/>
                </a:solidFill>
              </a:rPr>
              <a:t>f</a:t>
            </a:r>
            <a:r>
              <a:rPr spc="-10" dirty="0"/>
              <a:t>=</a:t>
            </a:r>
            <a:r>
              <a:rPr i="1" spc="-10" dirty="0">
                <a:latin typeface="Courier New"/>
                <a:cs typeface="Courier New"/>
              </a:rPr>
              <a:t>""</a:t>
            </a:r>
            <a:r>
              <a:rPr i="1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</a:p>
          <a:p>
            <a:pPr marL="218440">
              <a:lnSpc>
                <a:spcPct val="100000"/>
              </a:lnSpc>
              <a:spcBef>
                <a:spcPts val="720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sec: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4340606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 err="1">
                <a:solidFill>
                  <a:srgbClr val="FFFFFF"/>
                </a:solidFill>
                <a:latin typeface="Tw Cen MT"/>
                <a:cs typeface="Tw Cen MT"/>
              </a:rPr>
              <a:t>Authoriza</a:t>
            </a:r>
            <a:r>
              <a:rPr sz="4400" spc="-20" dirty="0" err="1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4400" spc="-5" dirty="0" err="1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lang="en-IN" sz="4400" spc="-5" dirty="0">
                <a:solidFill>
                  <a:srgbClr val="FFFFFF"/>
                </a:solidFill>
                <a:latin typeface="Tw Cen MT"/>
                <a:cs typeface="Tw Cen MT"/>
              </a:rPr>
              <a:t>on</a:t>
            </a:r>
            <a:r>
              <a:rPr sz="4400" spc="-5" dirty="0">
                <a:solidFill>
                  <a:srgbClr val="FFFFFF"/>
                </a:solidFill>
                <a:latin typeface="Tw Cen MT"/>
                <a:cs typeface="Tw Cen MT"/>
              </a:rPr>
              <a:t>on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Use c</a:t>
            </a:r>
            <a:r>
              <a:rPr spc="-20" dirty="0"/>
              <a:t>a</a:t>
            </a:r>
            <a:r>
              <a:rPr dirty="0"/>
              <a:t>se</a:t>
            </a:r>
          </a:p>
        </p:txBody>
      </p:sp>
      <p:sp>
        <p:nvSpPr>
          <p:cNvPr id="3" name="object 3"/>
          <p:cNvSpPr/>
          <p:nvPr/>
        </p:nvSpPr>
        <p:spPr>
          <a:xfrm>
            <a:off x="1667510" y="1600200"/>
            <a:ext cx="6043803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o</a:t>
            </a:r>
            <a:r>
              <a:rPr dirty="0"/>
              <a:t>riza</a:t>
            </a:r>
            <a:r>
              <a:rPr spc="-20" dirty="0"/>
              <a:t>t</a:t>
            </a:r>
            <a:r>
              <a:rPr spc="-5" dirty="0"/>
              <a:t>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2958465" cy="288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han</a:t>
            </a:r>
            <a:r>
              <a:rPr sz="2900" spc="5" dirty="0">
                <a:latin typeface="Tw Cen MT"/>
                <a:cs typeface="Tw Cen MT"/>
              </a:rPr>
              <a:t>d</a:t>
            </a:r>
            <a:r>
              <a:rPr sz="2900" spc="-5" dirty="0">
                <a:latin typeface="Tw Cen MT"/>
                <a:cs typeface="Tw Cen MT"/>
              </a:rPr>
              <a:t>ling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pre</a:t>
            </a:r>
            <a:r>
              <a:rPr sz="2600" spc="-5" dirty="0">
                <a:latin typeface="Tw Cen MT"/>
                <a:cs typeface="Tw Cen MT"/>
              </a:rPr>
              <a:t>-in</a:t>
            </a:r>
            <a:r>
              <a:rPr sz="2600" spc="-50" dirty="0">
                <a:latin typeface="Tw Cen MT"/>
                <a:cs typeface="Tw Cen MT"/>
              </a:rPr>
              <a:t>v</a:t>
            </a:r>
            <a:r>
              <a:rPr sz="2600" dirty="0">
                <a:latin typeface="Tw Cen MT"/>
                <a:cs typeface="Tw Cen MT"/>
              </a:rPr>
              <a:t>ocation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after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in</a:t>
            </a:r>
            <a:r>
              <a:rPr sz="2600" spc="-45" dirty="0">
                <a:latin typeface="Tw Cen MT"/>
                <a:cs typeface="Tw Cen MT"/>
              </a:rPr>
              <a:t>v</a:t>
            </a:r>
            <a:r>
              <a:rPr sz="2600" dirty="0">
                <a:latin typeface="Tw Cen MT"/>
                <a:cs typeface="Tw Cen MT"/>
              </a:rPr>
              <a:t>ocat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on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mplement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0" dirty="0">
                <a:latin typeface="Tw Cen MT"/>
                <a:cs typeface="Tw Cen MT"/>
              </a:rPr>
              <a:t>v</a:t>
            </a:r>
            <a:r>
              <a:rPr sz="2600" dirty="0">
                <a:latin typeface="Tw Cen MT"/>
                <a:cs typeface="Tw Cen MT"/>
              </a:rPr>
              <a:t>ot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ng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based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70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x</a:t>
            </a:r>
            <a:r>
              <a:rPr sz="2600" spc="5" dirty="0">
                <a:latin typeface="Tw Cen MT"/>
                <a:cs typeface="Tw Cen MT"/>
              </a:rPr>
              <a:t>p</a:t>
            </a:r>
            <a:r>
              <a:rPr sz="2600" dirty="0">
                <a:latin typeface="Tw Cen MT"/>
                <a:cs typeface="Tw Cen MT"/>
              </a:rPr>
              <a:t>ression</a:t>
            </a:r>
            <a:r>
              <a:rPr sz="2600" spc="-5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based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</a:t>
            </a:r>
            <a:r>
              <a:rPr spc="-30" dirty="0"/>
              <a:t> </a:t>
            </a:r>
            <a:r>
              <a:rPr spc="-5" dirty="0"/>
              <a:t>l</a:t>
            </a:r>
            <a:r>
              <a:rPr spc="-100" dirty="0"/>
              <a:t>a</a:t>
            </a:r>
            <a:r>
              <a:rPr spc="-75" dirty="0"/>
              <a:t>y</a:t>
            </a:r>
            <a:r>
              <a:rPr dirty="0"/>
              <a:t>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2336165" cy="3413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WEB (URLs)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S</a:t>
            </a:r>
            <a:r>
              <a:rPr sz="2600" spc="5" dirty="0">
                <a:latin typeface="Tw Cen MT"/>
                <a:cs typeface="Tw Cen MT"/>
              </a:rPr>
              <a:t>e</a:t>
            </a:r>
            <a:r>
              <a:rPr sz="2600" spc="100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vlet</a:t>
            </a:r>
            <a:r>
              <a:rPr sz="2600" spc="-5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Filter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methods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S</a:t>
            </a:r>
            <a:r>
              <a:rPr sz="2600" spc="5" dirty="0">
                <a:latin typeface="Tw Cen MT"/>
                <a:cs typeface="Tw Cen MT"/>
              </a:rPr>
              <a:t>p</a:t>
            </a:r>
            <a:r>
              <a:rPr sz="2600" dirty="0">
                <a:latin typeface="Tw Cen MT"/>
                <a:cs typeface="Tw Cen MT"/>
              </a:rPr>
              <a:t>ring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spc="-110" dirty="0">
                <a:latin typeface="Tw Cen MT"/>
                <a:cs typeface="Tw Cen MT"/>
              </a:rPr>
              <a:t>A</a:t>
            </a:r>
            <a:r>
              <a:rPr sz="2600" dirty="0">
                <a:latin typeface="Tw Cen MT"/>
                <a:cs typeface="Tw Cen MT"/>
              </a:rPr>
              <a:t>OP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AspectJ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ontent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JSP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tag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</a:t>
            </a:r>
            <a:r>
              <a:rPr spc="-30" dirty="0"/>
              <a:t> </a:t>
            </a:r>
            <a:r>
              <a:rPr spc="-5" dirty="0"/>
              <a:t>intercepto</a:t>
            </a:r>
            <a:r>
              <a:rPr dirty="0"/>
              <a:t>r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1618361" y="1600200"/>
            <a:ext cx="6142100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curi</a:t>
            </a:r>
            <a:r>
              <a:rPr spc="-20" dirty="0"/>
              <a:t>t</a:t>
            </a:r>
            <a:r>
              <a:rPr dirty="0"/>
              <a:t>y</a:t>
            </a:r>
            <a:r>
              <a:rPr spc="-30" dirty="0"/>
              <a:t> </a:t>
            </a:r>
            <a:r>
              <a:rPr spc="-5" dirty="0"/>
              <a:t>intercepto</a:t>
            </a:r>
            <a:r>
              <a:rPr dirty="0"/>
              <a:t>r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3575303" y="2194560"/>
            <a:ext cx="1840992" cy="85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25240" y="2240279"/>
            <a:ext cx="1402080" cy="833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9500" y="22098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22098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999">
            <a:solidFill>
              <a:srgbClr val="2D2D2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90594" y="2304922"/>
            <a:ext cx="1010919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320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Sec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u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ri</a:t>
            </a:r>
            <a:r>
              <a:rPr sz="1800" spc="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y 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ter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ep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tor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4904" y="3870959"/>
            <a:ext cx="1840992" cy="85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1583" y="3916679"/>
            <a:ext cx="1687067" cy="833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91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91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999">
            <a:solidFill>
              <a:srgbClr val="2D2D2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6277" y="3981577"/>
            <a:ext cx="1294765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329" marR="6350" indent="-215265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uth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en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ic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ion 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08504" y="3870959"/>
            <a:ext cx="1840992" cy="85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63367" y="3916679"/>
            <a:ext cx="1792224" cy="8336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527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527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999">
            <a:solidFill>
              <a:srgbClr val="2D2D2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728722" y="3981577"/>
            <a:ext cx="1400175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 marR="6350" indent="-266700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cess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cision 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94503" y="3870959"/>
            <a:ext cx="1840992" cy="85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16067" y="3916679"/>
            <a:ext cx="1258824" cy="8336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387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387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999">
            <a:solidFill>
              <a:srgbClr val="2D2D2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81676" y="3981577"/>
            <a:ext cx="868044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indent="116839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Ru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-As 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28104" y="3870959"/>
            <a:ext cx="1840992" cy="85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49440" y="3916679"/>
            <a:ext cx="1857755" cy="8336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723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2300" y="3886200"/>
            <a:ext cx="1752600" cy="762000"/>
          </a:xfrm>
          <a:custGeom>
            <a:avLst/>
            <a:gdLst/>
            <a:ahLst/>
            <a:cxnLst/>
            <a:rect l="l" t="t" r="r" b="b"/>
            <a:pathLst>
              <a:path w="1752600" h="762000">
                <a:moveTo>
                  <a:pt x="0" y="762000"/>
                </a:moveTo>
                <a:lnTo>
                  <a:pt x="1752600" y="762000"/>
                </a:lnTo>
                <a:lnTo>
                  <a:pt x="1752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999">
            <a:solidFill>
              <a:srgbClr val="2D2D2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15302" y="3981577"/>
            <a:ext cx="1466215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2420" marR="6350" indent="-30035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Afte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v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oca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ion 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4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95400" y="2944748"/>
            <a:ext cx="2638425" cy="966469"/>
          </a:xfrm>
          <a:custGeom>
            <a:avLst/>
            <a:gdLst/>
            <a:ahLst/>
            <a:cxnLst/>
            <a:rect l="l" t="t" r="r" b="b"/>
            <a:pathLst>
              <a:path w="2638425" h="966470">
                <a:moveTo>
                  <a:pt x="133731" y="804163"/>
                </a:moveTo>
                <a:lnTo>
                  <a:pt x="0" y="941451"/>
                </a:lnTo>
                <a:lnTo>
                  <a:pt x="190119" y="966088"/>
                </a:lnTo>
                <a:lnTo>
                  <a:pt x="174595" y="921512"/>
                </a:lnTo>
                <a:lnTo>
                  <a:pt x="144272" y="921512"/>
                </a:lnTo>
                <a:lnTo>
                  <a:pt x="125603" y="867537"/>
                </a:lnTo>
                <a:lnTo>
                  <a:pt x="152536" y="858167"/>
                </a:lnTo>
                <a:lnTo>
                  <a:pt x="133731" y="804163"/>
                </a:lnTo>
                <a:close/>
              </a:path>
              <a:path w="2638425" h="966470">
                <a:moveTo>
                  <a:pt x="152536" y="858167"/>
                </a:moveTo>
                <a:lnTo>
                  <a:pt x="125603" y="867537"/>
                </a:lnTo>
                <a:lnTo>
                  <a:pt x="144272" y="921512"/>
                </a:lnTo>
                <a:lnTo>
                  <a:pt x="171319" y="912104"/>
                </a:lnTo>
                <a:lnTo>
                  <a:pt x="152536" y="858167"/>
                </a:lnTo>
                <a:close/>
              </a:path>
              <a:path w="2638425" h="966470">
                <a:moveTo>
                  <a:pt x="171319" y="912104"/>
                </a:moveTo>
                <a:lnTo>
                  <a:pt x="144272" y="921512"/>
                </a:lnTo>
                <a:lnTo>
                  <a:pt x="174595" y="921512"/>
                </a:lnTo>
                <a:lnTo>
                  <a:pt x="171319" y="912104"/>
                </a:lnTo>
                <a:close/>
              </a:path>
              <a:path w="2638425" h="966470">
                <a:moveTo>
                  <a:pt x="2619502" y="0"/>
                </a:moveTo>
                <a:lnTo>
                  <a:pt x="152536" y="858167"/>
                </a:lnTo>
                <a:lnTo>
                  <a:pt x="171319" y="912104"/>
                </a:lnTo>
                <a:lnTo>
                  <a:pt x="2638298" y="54101"/>
                </a:lnTo>
                <a:lnTo>
                  <a:pt x="2619502" y="0"/>
                </a:lnTo>
                <a:close/>
              </a:path>
            </a:pathLst>
          </a:custGeom>
          <a:solidFill>
            <a:srgbClr val="999673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43300" y="2954654"/>
            <a:ext cx="708660" cy="931544"/>
          </a:xfrm>
          <a:custGeom>
            <a:avLst/>
            <a:gdLst/>
            <a:ahLst/>
            <a:cxnLst/>
            <a:rect l="l" t="t" r="r" b="b"/>
            <a:pathLst>
              <a:path w="708660" h="931545">
                <a:moveTo>
                  <a:pt x="34289" y="742950"/>
                </a:moveTo>
                <a:lnTo>
                  <a:pt x="0" y="931545"/>
                </a:lnTo>
                <a:lnTo>
                  <a:pt x="171450" y="845820"/>
                </a:lnTo>
                <a:lnTo>
                  <a:pt x="156209" y="834390"/>
                </a:lnTo>
                <a:lnTo>
                  <a:pt x="108585" y="834390"/>
                </a:lnTo>
                <a:lnTo>
                  <a:pt x="62864" y="800100"/>
                </a:lnTo>
                <a:lnTo>
                  <a:pt x="80010" y="777240"/>
                </a:lnTo>
                <a:lnTo>
                  <a:pt x="34289" y="742950"/>
                </a:lnTo>
                <a:close/>
              </a:path>
              <a:path w="708660" h="931545">
                <a:moveTo>
                  <a:pt x="80010" y="777240"/>
                </a:moveTo>
                <a:lnTo>
                  <a:pt x="62864" y="800100"/>
                </a:lnTo>
                <a:lnTo>
                  <a:pt x="108585" y="834390"/>
                </a:lnTo>
                <a:lnTo>
                  <a:pt x="125729" y="811530"/>
                </a:lnTo>
                <a:lnTo>
                  <a:pt x="80010" y="777240"/>
                </a:lnTo>
                <a:close/>
              </a:path>
              <a:path w="708660" h="931545">
                <a:moveTo>
                  <a:pt x="125729" y="811530"/>
                </a:moveTo>
                <a:lnTo>
                  <a:pt x="108585" y="834390"/>
                </a:lnTo>
                <a:lnTo>
                  <a:pt x="156209" y="834390"/>
                </a:lnTo>
                <a:lnTo>
                  <a:pt x="125729" y="811530"/>
                </a:lnTo>
                <a:close/>
              </a:path>
              <a:path w="708660" h="931545">
                <a:moveTo>
                  <a:pt x="662939" y="0"/>
                </a:moveTo>
                <a:lnTo>
                  <a:pt x="80010" y="777240"/>
                </a:lnTo>
                <a:lnTo>
                  <a:pt x="125729" y="811530"/>
                </a:lnTo>
                <a:lnTo>
                  <a:pt x="708660" y="34290"/>
                </a:lnTo>
                <a:lnTo>
                  <a:pt x="662939" y="0"/>
                </a:lnTo>
                <a:close/>
              </a:path>
            </a:pathLst>
          </a:custGeom>
          <a:solidFill>
            <a:srgbClr val="999673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42688" y="2951226"/>
            <a:ext cx="972819" cy="935355"/>
          </a:xfrm>
          <a:custGeom>
            <a:avLst/>
            <a:gdLst/>
            <a:ahLst/>
            <a:cxnLst/>
            <a:rect l="l" t="t" r="r" b="b"/>
            <a:pathLst>
              <a:path w="972820" h="935354">
                <a:moveTo>
                  <a:pt x="828896" y="836834"/>
                </a:moveTo>
                <a:lnTo>
                  <a:pt x="789304" y="878078"/>
                </a:lnTo>
                <a:lnTo>
                  <a:pt x="972312" y="934974"/>
                </a:lnTo>
                <a:lnTo>
                  <a:pt x="944428" y="856615"/>
                </a:lnTo>
                <a:lnTo>
                  <a:pt x="849502" y="856615"/>
                </a:lnTo>
                <a:lnTo>
                  <a:pt x="828896" y="836834"/>
                </a:lnTo>
                <a:close/>
              </a:path>
              <a:path w="972820" h="935354">
                <a:moveTo>
                  <a:pt x="868397" y="795686"/>
                </a:moveTo>
                <a:lnTo>
                  <a:pt x="828896" y="836834"/>
                </a:lnTo>
                <a:lnTo>
                  <a:pt x="849502" y="856615"/>
                </a:lnTo>
                <a:lnTo>
                  <a:pt x="889000" y="815467"/>
                </a:lnTo>
                <a:lnTo>
                  <a:pt x="868397" y="795686"/>
                </a:lnTo>
                <a:close/>
              </a:path>
              <a:path w="972820" h="935354">
                <a:moveTo>
                  <a:pt x="908050" y="754380"/>
                </a:moveTo>
                <a:lnTo>
                  <a:pt x="868397" y="795686"/>
                </a:lnTo>
                <a:lnTo>
                  <a:pt x="889000" y="815467"/>
                </a:lnTo>
                <a:lnTo>
                  <a:pt x="849502" y="856615"/>
                </a:lnTo>
                <a:lnTo>
                  <a:pt x="944428" y="856615"/>
                </a:lnTo>
                <a:lnTo>
                  <a:pt x="908050" y="754380"/>
                </a:lnTo>
                <a:close/>
              </a:path>
              <a:path w="972820" h="935354">
                <a:moveTo>
                  <a:pt x="39624" y="0"/>
                </a:moveTo>
                <a:lnTo>
                  <a:pt x="0" y="41148"/>
                </a:lnTo>
                <a:lnTo>
                  <a:pt x="828896" y="836834"/>
                </a:lnTo>
                <a:lnTo>
                  <a:pt x="868397" y="795686"/>
                </a:lnTo>
                <a:lnTo>
                  <a:pt x="39624" y="0"/>
                </a:lnTo>
                <a:close/>
              </a:path>
            </a:pathLst>
          </a:custGeom>
          <a:solidFill>
            <a:srgbClr val="999673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72328" y="2944748"/>
            <a:ext cx="2676525" cy="967105"/>
          </a:xfrm>
          <a:custGeom>
            <a:avLst/>
            <a:gdLst/>
            <a:ahLst/>
            <a:cxnLst/>
            <a:rect l="l" t="t" r="r" b="b"/>
            <a:pathLst>
              <a:path w="2676525" h="967104">
                <a:moveTo>
                  <a:pt x="2504835" y="912877"/>
                </a:moveTo>
                <a:lnTo>
                  <a:pt x="2486279" y="966977"/>
                </a:lnTo>
                <a:lnTo>
                  <a:pt x="2676271" y="941451"/>
                </a:lnTo>
                <a:lnTo>
                  <a:pt x="2657289" y="922146"/>
                </a:lnTo>
                <a:lnTo>
                  <a:pt x="2531872" y="922146"/>
                </a:lnTo>
                <a:lnTo>
                  <a:pt x="2504835" y="912877"/>
                </a:lnTo>
                <a:close/>
              </a:path>
              <a:path w="2676525" h="967104">
                <a:moveTo>
                  <a:pt x="2523390" y="858779"/>
                </a:moveTo>
                <a:lnTo>
                  <a:pt x="2504835" y="912877"/>
                </a:lnTo>
                <a:lnTo>
                  <a:pt x="2531872" y="922146"/>
                </a:lnTo>
                <a:lnTo>
                  <a:pt x="2550414" y="868044"/>
                </a:lnTo>
                <a:lnTo>
                  <a:pt x="2523390" y="858779"/>
                </a:lnTo>
                <a:close/>
              </a:path>
              <a:path w="2676525" h="967104">
                <a:moveTo>
                  <a:pt x="2541904" y="804799"/>
                </a:moveTo>
                <a:lnTo>
                  <a:pt x="2523390" y="858779"/>
                </a:lnTo>
                <a:lnTo>
                  <a:pt x="2550414" y="868044"/>
                </a:lnTo>
                <a:lnTo>
                  <a:pt x="2531872" y="922146"/>
                </a:lnTo>
                <a:lnTo>
                  <a:pt x="2657289" y="922146"/>
                </a:lnTo>
                <a:lnTo>
                  <a:pt x="2541904" y="804799"/>
                </a:lnTo>
                <a:close/>
              </a:path>
              <a:path w="2676525" h="967104">
                <a:moveTo>
                  <a:pt x="18542" y="0"/>
                </a:moveTo>
                <a:lnTo>
                  <a:pt x="0" y="54101"/>
                </a:lnTo>
                <a:lnTo>
                  <a:pt x="2504835" y="912877"/>
                </a:lnTo>
                <a:lnTo>
                  <a:pt x="2523390" y="858779"/>
                </a:lnTo>
                <a:lnTo>
                  <a:pt x="18542" y="0"/>
                </a:lnTo>
                <a:close/>
              </a:path>
            </a:pathLst>
          </a:custGeom>
          <a:solidFill>
            <a:srgbClr val="999673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ct val="100000"/>
              </a:lnSpc>
            </a:pPr>
            <a:r>
              <a:rPr spc="-260" dirty="0"/>
              <a:t>V</a:t>
            </a:r>
            <a:r>
              <a:rPr dirty="0"/>
              <a:t>oting</a:t>
            </a:r>
            <a:r>
              <a:rPr spc="-25" dirty="0"/>
              <a:t> </a:t>
            </a:r>
            <a:r>
              <a:rPr dirty="0"/>
              <a:t>ba</a:t>
            </a:r>
            <a:r>
              <a:rPr spc="-15" dirty="0"/>
              <a:t>s</a:t>
            </a:r>
            <a:r>
              <a:rPr dirty="0"/>
              <a:t>ed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752600"/>
            <a:ext cx="1905000" cy="4343400"/>
          </a:xfrm>
          <a:custGeom>
            <a:avLst/>
            <a:gdLst/>
            <a:ahLst/>
            <a:cxnLst/>
            <a:rect l="l" t="t" r="r" b="b"/>
            <a:pathLst>
              <a:path w="1905000" h="4343400">
                <a:moveTo>
                  <a:pt x="0" y="4343400"/>
                </a:moveTo>
                <a:lnTo>
                  <a:pt x="1905000" y="4343400"/>
                </a:lnTo>
                <a:lnTo>
                  <a:pt x="1905000" y="0"/>
                </a:lnTo>
                <a:lnTo>
                  <a:pt x="0" y="0"/>
                </a:lnTo>
                <a:lnTo>
                  <a:pt x="0" y="43434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4200" y="6113145"/>
            <a:ext cx="1955800" cy="0"/>
          </a:xfrm>
          <a:custGeom>
            <a:avLst/>
            <a:gdLst/>
            <a:ahLst/>
            <a:cxnLst/>
            <a:rect l="l" t="t" r="r" b="b"/>
            <a:pathLst>
              <a:path w="1955800">
                <a:moveTo>
                  <a:pt x="0" y="0"/>
                </a:moveTo>
                <a:lnTo>
                  <a:pt x="1955800" y="0"/>
                </a:lnTo>
              </a:path>
            </a:pathLst>
          </a:custGeom>
          <a:ln w="17780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2664" y="1743710"/>
            <a:ext cx="0" cy="4361180"/>
          </a:xfrm>
          <a:custGeom>
            <a:avLst/>
            <a:gdLst/>
            <a:ahLst/>
            <a:cxnLst/>
            <a:rect l="l" t="t" r="r" b="b"/>
            <a:pathLst>
              <a:path h="4361180">
                <a:moveTo>
                  <a:pt x="0" y="0"/>
                </a:moveTo>
                <a:lnTo>
                  <a:pt x="0" y="4361180"/>
                </a:lnTo>
              </a:path>
            </a:pathLst>
          </a:custGeom>
          <a:ln w="1819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4200" y="1735454"/>
            <a:ext cx="1955800" cy="0"/>
          </a:xfrm>
          <a:custGeom>
            <a:avLst/>
            <a:gdLst/>
            <a:ahLst/>
            <a:cxnLst/>
            <a:rect l="l" t="t" r="r" b="b"/>
            <a:pathLst>
              <a:path w="1955800">
                <a:moveTo>
                  <a:pt x="0" y="0"/>
                </a:moveTo>
                <a:lnTo>
                  <a:pt x="1955800" y="0"/>
                </a:lnTo>
              </a:path>
            </a:pathLst>
          </a:custGeom>
          <a:ln w="1777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31554" y="1744091"/>
            <a:ext cx="0" cy="4360545"/>
          </a:xfrm>
          <a:custGeom>
            <a:avLst/>
            <a:gdLst/>
            <a:ahLst/>
            <a:cxnLst/>
            <a:rect l="l" t="t" r="r" b="b"/>
            <a:pathLst>
              <a:path h="4360545">
                <a:moveTo>
                  <a:pt x="0" y="0"/>
                </a:moveTo>
                <a:lnTo>
                  <a:pt x="0" y="4360379"/>
                </a:lnTo>
              </a:path>
            </a:pathLst>
          </a:custGeom>
          <a:ln w="18161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8070" y="6078854"/>
            <a:ext cx="1888489" cy="0"/>
          </a:xfrm>
          <a:custGeom>
            <a:avLst/>
            <a:gdLst/>
            <a:ahLst/>
            <a:cxnLst/>
            <a:rect l="l" t="t" r="r" b="b"/>
            <a:pathLst>
              <a:path w="1888489">
                <a:moveTo>
                  <a:pt x="0" y="0"/>
                </a:moveTo>
                <a:lnTo>
                  <a:pt x="1888020" y="0"/>
                </a:lnTo>
              </a:path>
            </a:pathLst>
          </a:custGeom>
          <a:ln w="1777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6535" y="1778000"/>
            <a:ext cx="0" cy="4292600"/>
          </a:xfrm>
          <a:custGeom>
            <a:avLst/>
            <a:gdLst/>
            <a:ahLst/>
            <a:cxnLst/>
            <a:rect l="l" t="t" r="r" b="b"/>
            <a:pathLst>
              <a:path h="4292600">
                <a:moveTo>
                  <a:pt x="0" y="0"/>
                </a:moveTo>
                <a:lnTo>
                  <a:pt x="0" y="4292600"/>
                </a:lnTo>
              </a:path>
            </a:pathLst>
          </a:custGeom>
          <a:ln w="18199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8070" y="1769745"/>
            <a:ext cx="1888489" cy="0"/>
          </a:xfrm>
          <a:custGeom>
            <a:avLst/>
            <a:gdLst/>
            <a:ahLst/>
            <a:cxnLst/>
            <a:rect l="l" t="t" r="r" b="b"/>
            <a:pathLst>
              <a:path w="1888489">
                <a:moveTo>
                  <a:pt x="0" y="0"/>
                </a:moveTo>
                <a:lnTo>
                  <a:pt x="1888020" y="0"/>
                </a:lnTo>
              </a:path>
            </a:pathLst>
          </a:custGeom>
          <a:ln w="17780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97645" y="1778000"/>
            <a:ext cx="0" cy="4292600"/>
          </a:xfrm>
          <a:custGeom>
            <a:avLst/>
            <a:gdLst/>
            <a:ahLst/>
            <a:cxnLst/>
            <a:rect l="l" t="t" r="r" b="b"/>
            <a:pathLst>
              <a:path h="4292600">
                <a:moveTo>
                  <a:pt x="0" y="0"/>
                </a:moveTo>
                <a:lnTo>
                  <a:pt x="0" y="4292600"/>
                </a:lnTo>
              </a:path>
            </a:pathLst>
          </a:custGeom>
          <a:ln w="18161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4059" y="1759965"/>
            <a:ext cx="1598930" cy="143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ts val="3860"/>
              </a:lnSpc>
            </a:pP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cisio</a:t>
            </a:r>
            <a:r>
              <a:rPr sz="1800" spc="5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spc="-15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na</a:t>
            </a:r>
            <a:r>
              <a:rPr sz="1800" spc="-55" dirty="0">
                <a:solidFill>
                  <a:srgbClr val="FFFFFF"/>
                </a:solidFill>
                <a:latin typeface="Tw Cen MT"/>
                <a:cs typeface="Tw Cen MT"/>
              </a:rPr>
              <a:t>g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er 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cisio</a:t>
            </a:r>
            <a:r>
              <a:rPr sz="1800" spc="5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spc="-105" dirty="0">
                <a:solidFill>
                  <a:srgbClr val="FFFFFF"/>
                </a:solidFill>
                <a:latin typeface="Tw Cen MT"/>
                <a:cs typeface="Tw Cen MT"/>
              </a:rPr>
              <a:t>V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oter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Co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fig</a:t>
            </a:r>
            <a:r>
              <a:rPr sz="1800" spc="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rib</a:t>
            </a:r>
            <a:r>
              <a:rPr sz="1800" spc="-5" dirty="0">
                <a:solidFill>
                  <a:srgbClr val="FFFFFF"/>
                </a:solidFill>
                <a:latin typeface="Tw Cen MT"/>
                <a:cs typeface="Tw Cen MT"/>
              </a:rPr>
              <a:t>u</a:t>
            </a:r>
            <a:r>
              <a:rPr sz="1800" spc="-10" dirty="0">
                <a:solidFill>
                  <a:srgbClr val="FFFFFF"/>
                </a:solidFill>
                <a:latin typeface="Tw Cen MT"/>
                <a:cs typeface="Tw Cen MT"/>
              </a:rPr>
              <a:t>te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0800" y="2014359"/>
            <a:ext cx="6400800" cy="38961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Decision</a:t>
            </a:r>
            <a:r>
              <a:rPr spc="-25" dirty="0"/>
              <a:t> </a:t>
            </a:r>
            <a:r>
              <a:rPr dirty="0"/>
              <a:t>mana</a:t>
            </a:r>
            <a:r>
              <a:rPr spc="-90" dirty="0"/>
              <a:t>g</a:t>
            </a:r>
            <a:r>
              <a:rPr dirty="0"/>
              <a:t>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6425" y="1593850"/>
          <a:ext cx="8153400" cy="1661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Decisi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man</a:t>
                      </a:r>
                      <a:r>
                        <a:rPr sz="1800" b="1" spc="3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ger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Descri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p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n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w Cen MT"/>
                          <a:cs typeface="Tw Cen MT"/>
                        </a:rPr>
                        <a:t>Affi</a:t>
                      </a:r>
                      <a:r>
                        <a:rPr sz="1800" spc="3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mat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spc="-3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eBased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ll</a:t>
                      </a:r>
                      <a:r>
                        <a:rPr sz="18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ws access</a:t>
                      </a:r>
                      <a:r>
                        <a:rPr sz="18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800" spc="5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at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leas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one</a:t>
                      </a:r>
                      <a:r>
                        <a:rPr sz="18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3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oter </a:t>
                      </a:r>
                      <a:r>
                        <a:rPr sz="1800" spc="-3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otes to g</a:t>
                      </a:r>
                      <a:r>
                        <a:rPr sz="18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spc="-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cess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w Cen MT"/>
                          <a:cs typeface="Tw Cen MT"/>
                        </a:rPr>
                        <a:t>Co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sens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sBased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ll</a:t>
                      </a:r>
                      <a:r>
                        <a:rPr sz="18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ws access</a:t>
                      </a:r>
                      <a:r>
                        <a:rPr sz="18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800" spc="5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 co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sens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800" spc="-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of</a:t>
                      </a:r>
                      <a:r>
                        <a:rPr sz="1800" spc="5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3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oters </a:t>
                      </a:r>
                      <a:r>
                        <a:rPr sz="1800" spc="-40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 to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g</a:t>
                      </a:r>
                      <a:r>
                        <a:rPr sz="18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spc="-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cess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an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imou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Based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800" spc="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ll</a:t>
                      </a:r>
                      <a:r>
                        <a:rPr sz="18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ws access</a:t>
                      </a:r>
                      <a:r>
                        <a:rPr sz="18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800" spc="5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spc="-35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oters </a:t>
                      </a:r>
                      <a:r>
                        <a:rPr sz="1800" spc="-40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ote to g</a:t>
                      </a:r>
                      <a:r>
                        <a:rPr sz="18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800" spc="-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800" spc="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800" dirty="0">
                          <a:latin typeface="Tw Cen MT"/>
                          <a:cs typeface="Tw Cen MT"/>
                        </a:rPr>
                        <a:t>cess</a:t>
                      </a:r>
                      <a:endParaRPr sz="18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Decision</a:t>
            </a:r>
            <a:r>
              <a:rPr spc="-25" dirty="0"/>
              <a:t> </a:t>
            </a:r>
            <a:r>
              <a:rPr spc="-80" dirty="0"/>
              <a:t>v</a:t>
            </a:r>
            <a:r>
              <a:rPr dirty="0"/>
              <a:t>oter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6257290" cy="426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int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_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latin typeface="Courier New"/>
                <a:cs typeface="Courier New"/>
              </a:rPr>
              <a:t> 1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int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_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latin typeface="Courier New"/>
                <a:cs typeface="Courier New"/>
              </a:rPr>
              <a:t> 0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int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_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ED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-</a:t>
            </a:r>
            <a:r>
              <a:rPr sz="1600" dirty="0">
                <a:latin typeface="Courier New"/>
                <a:cs typeface="Courier New"/>
              </a:rPr>
              <a:t>1</a:t>
            </a:r>
            <a:r>
              <a:rPr sz="1600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5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te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te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5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&lt;</a:t>
            </a:r>
            <a:r>
              <a:rPr sz="1600" spc="-10" dirty="0">
                <a:latin typeface="Courier New"/>
                <a:cs typeface="Courier New"/>
              </a:rPr>
              <a:t>?&gt;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z</a:t>
            </a:r>
            <a:r>
              <a:rPr sz="1600" spc="-5" dirty="0">
                <a:latin typeface="Courier New"/>
                <a:cs typeface="Courier New"/>
              </a:rPr>
              <a:t>z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  <a:spcBef>
                <a:spcPts val="28"/>
              </a:spcBef>
            </a:pPr>
            <a:endParaRPr sz="1000"/>
          </a:p>
          <a:p>
            <a:pPr>
              <a:lnSpc>
                <a:spcPts val="1600"/>
              </a:lnSpc>
            </a:pPr>
            <a:endParaRPr sz="1600"/>
          </a:p>
          <a:p>
            <a:pPr marL="1355090" marR="1228725" indent="-1099185">
              <a:lnSpc>
                <a:spcPct val="1362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int </a:t>
            </a:r>
            <a:r>
              <a:rPr sz="160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j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ct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j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es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spc="-25" dirty="0"/>
              <a:t> </a:t>
            </a:r>
            <a:r>
              <a:rPr spc="-125" dirty="0"/>
              <a:t>e</a:t>
            </a:r>
            <a:r>
              <a:rPr dirty="0"/>
              <a:t>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6425" y="1593850"/>
          <a:ext cx="8378825" cy="4257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6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Ex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p</a:t>
                      </a:r>
                      <a:r>
                        <a:rPr sz="1500" b="1" spc="2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es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si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n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D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es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p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ti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n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3C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ha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e(‘ROLE_USE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’)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5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etu</a:t>
                      </a:r>
                      <a:r>
                        <a:rPr sz="1500" spc="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ns t</a:t>
                      </a:r>
                      <a:r>
                        <a:rPr sz="15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ue</a:t>
                      </a:r>
                      <a:r>
                        <a:rPr sz="15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5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the curr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pr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inc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pal</a:t>
                      </a:r>
                      <a:r>
                        <a:rPr sz="1500" spc="-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has the sp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fied</a:t>
                      </a:r>
                      <a:r>
                        <a:rPr sz="1500" spc="-20" dirty="0">
                          <a:latin typeface="Tw Cen MT"/>
                          <a:cs typeface="Tw Cen MT"/>
                        </a:rPr>
                        <a:t> 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le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ha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(‘ROLE_U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’,</a:t>
                      </a:r>
                      <a:r>
                        <a:rPr sz="1500" spc="-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‘ROLE_AD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’)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etu</a:t>
                      </a:r>
                      <a:r>
                        <a:rPr sz="16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ns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ue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6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 cu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rent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5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of</a:t>
                      </a:r>
                      <a:r>
                        <a:rPr sz="1600" spc="4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 </a:t>
                      </a:r>
                      <a:r>
                        <a:rPr sz="1600" spc="-4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les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pr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inc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pal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81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ws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di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ect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ess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the p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rin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bjec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 rep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esenti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g the 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er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aut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h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ation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ws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di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ect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ess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the cu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rent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thenti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ca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tion</a:t>
                      </a:r>
                      <a:r>
                        <a:rPr sz="1600" spc="3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bject</a:t>
                      </a:r>
                      <a:endParaRPr sz="1600">
                        <a:latin typeface="Tw Cen MT"/>
                        <a:cs typeface="Tw Cen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o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b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ed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om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</a:t>
                      </a:r>
                      <a:r>
                        <a:rPr sz="1600" spc="1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Sec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tyCont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xt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pe</a:t>
                      </a:r>
                      <a:r>
                        <a:rPr sz="15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mitAll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60" dirty="0">
                          <a:latin typeface="Tw Cen MT"/>
                          <a:cs typeface="Tw Cen MT"/>
                        </a:rPr>
                        <a:t>w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ys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spc="-40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alu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tes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t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ue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w Cen MT"/>
                          <a:cs typeface="Tw Cen MT"/>
                        </a:rPr>
                        <a:t>de</a:t>
                      </a:r>
                      <a:r>
                        <a:rPr sz="1500" spc="-4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yA</a:t>
                      </a:r>
                      <a:r>
                        <a:rPr sz="1500" spc="-5" dirty="0">
                          <a:latin typeface="Tw Cen MT"/>
                          <a:cs typeface="Tw Cen MT"/>
                        </a:rPr>
                        <a:t>ll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-60" dirty="0">
                          <a:latin typeface="Tw Cen MT"/>
                          <a:cs typeface="Tw Cen MT"/>
                        </a:rPr>
                        <a:t>w</a:t>
                      </a:r>
                      <a:r>
                        <a:rPr sz="1600" spc="-4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ys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spc="-40" dirty="0">
                          <a:latin typeface="Tw Cen MT"/>
                          <a:cs typeface="Tw Cen MT"/>
                        </a:rPr>
                        <a:t>v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alu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tes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to f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als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no</a:t>
                      </a:r>
                      <a:r>
                        <a:rPr sz="1500" spc="-5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y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ou</a:t>
                      </a:r>
                      <a:r>
                        <a:rPr sz="1500" spc="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()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ns t</a:t>
                      </a:r>
                      <a:r>
                        <a:rPr sz="16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ue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600" spc="3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 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an 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no</a:t>
                      </a:r>
                      <a:r>
                        <a:rPr sz="1600" spc="-55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ymous u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er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5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500" spc="-4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be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500" spc="-10" dirty="0">
                          <a:latin typeface="Tw Cen MT"/>
                          <a:cs typeface="Tw Cen MT"/>
                        </a:rPr>
                        <a:t>M</a:t>
                      </a:r>
                      <a:r>
                        <a:rPr sz="15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500" dirty="0">
                          <a:latin typeface="Tw Cen MT"/>
                          <a:cs typeface="Tw Cen MT"/>
                        </a:rPr>
                        <a:t>()</a:t>
                      </a:r>
                      <a:endParaRPr sz="15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spc="-4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et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spc="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ns t</a:t>
                      </a:r>
                      <a:r>
                        <a:rPr sz="1600" spc="25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ue</a:t>
                      </a:r>
                      <a:r>
                        <a:rPr sz="1600" spc="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f</a:t>
                      </a:r>
                      <a:r>
                        <a:rPr sz="1600" spc="3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the c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u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ent</a:t>
                      </a:r>
                      <a:r>
                        <a:rPr sz="1600" spc="2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n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c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pa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l</a:t>
                      </a:r>
                      <a:r>
                        <a:rPr sz="1600" spc="4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i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spc="-10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a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 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rem</a:t>
                      </a:r>
                      <a:r>
                        <a:rPr sz="1600" spc="5" dirty="0">
                          <a:latin typeface="Tw Cen MT"/>
                          <a:cs typeface="Tw Cen MT"/>
                        </a:rPr>
                        <a:t>e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mbe</a:t>
                      </a:r>
                      <a:r>
                        <a:rPr sz="1600" spc="-30" dirty="0">
                          <a:latin typeface="Tw Cen MT"/>
                          <a:cs typeface="Tw Cen MT"/>
                        </a:rPr>
                        <a:t>r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-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me u</a:t>
                      </a:r>
                      <a:r>
                        <a:rPr sz="1600" spc="-5" dirty="0">
                          <a:latin typeface="Tw Cen MT"/>
                          <a:cs typeface="Tw Cen MT"/>
                        </a:rPr>
                        <a:t>s</a:t>
                      </a:r>
                      <a:r>
                        <a:rPr sz="1600" dirty="0">
                          <a:latin typeface="Tw Cen MT"/>
                          <a:cs typeface="Tw Cen MT"/>
                        </a:rPr>
                        <a:t>er</a:t>
                      </a:r>
                      <a:endParaRPr sz="160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5636006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WEB</a:t>
            </a:r>
            <a:r>
              <a:rPr sz="4400" spc="-2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author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zat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on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0" dirty="0"/>
              <a:t>W</a:t>
            </a:r>
            <a:r>
              <a:rPr spc="-75" dirty="0"/>
              <a:t>e</a:t>
            </a:r>
            <a:r>
              <a:rPr dirty="0"/>
              <a:t>b</a:t>
            </a:r>
            <a:r>
              <a:rPr spc="-35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06550"/>
            <a:ext cx="72663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bea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n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id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"...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clas</a:t>
            </a:r>
            <a:r>
              <a:rPr sz="150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web.access.intercept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FilterSecurityIntercepto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988" y="1900682"/>
            <a:ext cx="10547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property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property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property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242" y="1834159"/>
            <a:ext cx="5970270" cy="910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29099"/>
              </a:lnSpc>
            </a:pP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authenticationManage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"authManage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accessDecisionManage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"decisionManage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securityMetadataSourc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2784983"/>
            <a:ext cx="6656070" cy="3202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79550" algn="ctr">
              <a:lnSpc>
                <a:spcPct val="100000"/>
              </a:lnSpc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filter-securit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-metadata-sourc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  <a:spcBef>
                <a:spcPts val="52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intercep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-ur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pattern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"/index.d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*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500">
              <a:latin typeface="Courier New"/>
              <a:cs typeface="Courier New"/>
            </a:endParaRPr>
          </a:p>
          <a:p>
            <a:pPr marL="2870835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access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"IS_AUTHENTICATED_FULLY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intercep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-ur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pattern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"/**"</a:t>
            </a:r>
            <a:endParaRPr sz="1500">
              <a:latin typeface="Courier New"/>
              <a:cs typeface="Courier New"/>
            </a:endParaRPr>
          </a:p>
          <a:p>
            <a:pPr marL="2870835" marR="1721485">
              <a:lnSpc>
                <a:spcPct val="128699"/>
              </a:lnSpc>
              <a:spcBef>
                <a:spcPts val="10"/>
              </a:spcBef>
            </a:pP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access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"ROLE_USER" </a:t>
            </a: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filters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"none" </a:t>
            </a: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method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"GET"</a:t>
            </a:r>
            <a:endParaRPr sz="1500">
              <a:latin typeface="Courier New"/>
              <a:cs typeface="Courier New"/>
            </a:endParaRPr>
          </a:p>
          <a:p>
            <a:pPr marL="2870835">
              <a:lnSpc>
                <a:spcPct val="100000"/>
              </a:lnSpc>
              <a:spcBef>
                <a:spcPts val="525"/>
              </a:spcBef>
            </a:pP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requires-channe</a:t>
            </a:r>
            <a:r>
              <a:rPr sz="1500" u="sng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"https"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filter-securit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-metadata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source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property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bea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WEB</a:t>
            </a:r>
            <a:r>
              <a:rPr spc="-20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with ma</a:t>
            </a:r>
            <a:r>
              <a:rPr spc="-20" dirty="0"/>
              <a:t>g</a:t>
            </a:r>
            <a:r>
              <a:rPr spc="-5" dirty="0"/>
              <a:t>i</a:t>
            </a:r>
            <a:r>
              <a:rPr dirty="0"/>
              <a:t>c</a:t>
            </a:r>
            <a:r>
              <a:rPr spc="-25" dirty="0"/>
              <a:t> </a:t>
            </a:r>
            <a:r>
              <a:rPr dirty="0"/>
              <a:t>ta</a:t>
            </a:r>
            <a:r>
              <a:rPr spc="-20" dirty="0"/>
              <a:t>g</a:t>
            </a:r>
            <a:r>
              <a:rPr dirty="0"/>
              <a:t>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405701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e-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988" y="2289683"/>
            <a:ext cx="2083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intercept-url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2323" y="2201214"/>
            <a:ext cx="3226435" cy="659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8700"/>
              </a:lnSpc>
            </a:pP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pattern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"/index*"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access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isAuthenticate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()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988" y="3242183"/>
            <a:ext cx="20834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intercept-url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2323" y="3152800"/>
            <a:ext cx="3340100" cy="161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9100"/>
              </a:lnSpc>
            </a:pP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pattern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"/**"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access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hasRol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('ROLE_USER')" </a:t>
            </a: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filters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"none"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method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"GET"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u="sng" spc="-5" dirty="0">
                <a:solidFill>
                  <a:srgbClr val="7E007E"/>
                </a:solidFill>
                <a:latin typeface="Courier New"/>
                <a:cs typeface="Courier New"/>
              </a:rPr>
              <a:t>requires-channe</a:t>
            </a:r>
            <a:r>
              <a:rPr sz="1500" u="sng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"https"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387" y="4831460"/>
            <a:ext cx="136842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WEB</a:t>
            </a:r>
            <a:r>
              <a:rPr spc="-20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 marR="1594485" indent="-732155">
              <a:lnSpc>
                <a:spcPct val="1262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bean 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d</a:t>
            </a:r>
            <a:r>
              <a:rPr spc="-10" dirty="0"/>
              <a:t>="</a:t>
            </a:r>
            <a:r>
              <a:rPr spc="-15" dirty="0"/>
              <a:t>w</a:t>
            </a:r>
            <a:r>
              <a:rPr spc="0" dirty="0"/>
              <a:t>e</a:t>
            </a:r>
            <a:r>
              <a:rPr spc="-15" dirty="0"/>
              <a:t>b</a:t>
            </a:r>
            <a:r>
              <a:rPr spc="-10" dirty="0"/>
              <a:t>E</a:t>
            </a:r>
            <a:r>
              <a:rPr spc="-15" dirty="0"/>
              <a:t>x</a:t>
            </a:r>
            <a:r>
              <a:rPr spc="-10" dirty="0"/>
              <a:t>p</a:t>
            </a:r>
            <a:r>
              <a:rPr spc="-15" dirty="0"/>
              <a:t>r</a:t>
            </a:r>
            <a:r>
              <a:rPr spc="-10" dirty="0"/>
              <a:t>e</a:t>
            </a:r>
            <a:r>
              <a:rPr dirty="0"/>
              <a:t>s</a:t>
            </a:r>
            <a:r>
              <a:rPr spc="-15" dirty="0"/>
              <a:t>s</a:t>
            </a:r>
            <a:r>
              <a:rPr spc="-10"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dirty="0"/>
              <a:t>H</a:t>
            </a:r>
            <a:r>
              <a:rPr spc="-15" dirty="0"/>
              <a:t>a</a:t>
            </a:r>
            <a:r>
              <a:rPr spc="-10" dirty="0"/>
              <a:t>n</a:t>
            </a:r>
            <a:r>
              <a:rPr spc="-15" dirty="0"/>
              <a:t>d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5" dirty="0"/>
              <a:t>r</a:t>
            </a:r>
            <a:r>
              <a:rPr spc="-10" dirty="0"/>
              <a:t>" 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>
                <a:latin typeface="Courier New"/>
                <a:cs typeface="Courier New"/>
              </a:rPr>
              <a:t>"…</a:t>
            </a:r>
            <a:r>
              <a:rPr spc="-15" dirty="0"/>
              <a:t>D</a:t>
            </a:r>
            <a:r>
              <a:rPr spc="-10" dirty="0"/>
              <a:t>e</a:t>
            </a:r>
            <a:r>
              <a:rPr spc="-15" dirty="0"/>
              <a:t>f</a:t>
            </a:r>
            <a:r>
              <a:rPr spc="-10" dirty="0"/>
              <a:t>a</a:t>
            </a:r>
            <a:r>
              <a:rPr dirty="0"/>
              <a:t>u</a:t>
            </a:r>
            <a:r>
              <a:rPr spc="-15" dirty="0"/>
              <a:t>l</a:t>
            </a:r>
            <a:r>
              <a:rPr dirty="0"/>
              <a:t>t</a:t>
            </a:r>
            <a:r>
              <a:rPr b="1" spc="-15" dirty="0">
                <a:latin typeface="Courier New"/>
                <a:cs typeface="Courier New"/>
              </a:rPr>
              <a:t>W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dirty="0">
                <a:latin typeface="Courier New"/>
                <a:cs typeface="Courier New"/>
              </a:rPr>
              <a:t>b</a:t>
            </a:r>
            <a:r>
              <a:rPr b="1" spc="-15" dirty="0">
                <a:latin typeface="Courier New"/>
                <a:cs typeface="Courier New"/>
              </a:rPr>
              <a:t>S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spc="-15" dirty="0">
                <a:latin typeface="Courier New"/>
                <a:cs typeface="Courier New"/>
              </a:rPr>
              <a:t>c</a:t>
            </a:r>
            <a:r>
              <a:rPr b="1" spc="-10" dirty="0">
                <a:latin typeface="Courier New"/>
                <a:cs typeface="Courier New"/>
              </a:rPr>
              <a:t>u</a:t>
            </a:r>
            <a:r>
              <a:rPr b="1" spc="-15" dirty="0">
                <a:latin typeface="Courier New"/>
                <a:cs typeface="Courier New"/>
              </a:rPr>
              <a:t>r</a:t>
            </a:r>
            <a:r>
              <a:rPr b="1" spc="-10" dirty="0">
                <a:latin typeface="Courier New"/>
                <a:cs typeface="Courier New"/>
              </a:rPr>
              <a:t>i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5" dirty="0">
                <a:latin typeface="Courier New"/>
                <a:cs typeface="Courier New"/>
              </a:rPr>
              <a:t>y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spc="-15" dirty="0">
                <a:latin typeface="Courier New"/>
                <a:cs typeface="Courier New"/>
              </a:rPr>
              <a:t>x</a:t>
            </a:r>
            <a:r>
              <a:rPr b="1" spc="-10" dirty="0">
                <a:latin typeface="Courier New"/>
                <a:cs typeface="Courier New"/>
              </a:rPr>
              <a:t>p</a:t>
            </a:r>
            <a:r>
              <a:rPr b="1" dirty="0">
                <a:latin typeface="Courier New"/>
                <a:cs typeface="Courier New"/>
              </a:rPr>
              <a:t>r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-10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s</a:t>
            </a:r>
            <a:r>
              <a:rPr b="1" spc="-10" dirty="0">
                <a:latin typeface="Courier New"/>
                <a:cs typeface="Courier New"/>
              </a:rPr>
              <a:t>i</a:t>
            </a:r>
            <a:r>
              <a:rPr b="1" spc="-15" dirty="0">
                <a:latin typeface="Courier New"/>
                <a:cs typeface="Courier New"/>
              </a:rPr>
              <a:t>o</a:t>
            </a:r>
            <a:r>
              <a:rPr b="1" spc="-10" dirty="0">
                <a:latin typeface="Courier New"/>
                <a:cs typeface="Courier New"/>
              </a:rPr>
              <a:t>n</a:t>
            </a:r>
            <a:r>
              <a:rPr b="1" dirty="0">
                <a:latin typeface="Courier New"/>
                <a:cs typeface="Courier New"/>
              </a:rPr>
              <a:t>H</a:t>
            </a:r>
            <a:r>
              <a:rPr b="1" spc="-15" dirty="0">
                <a:latin typeface="Courier New"/>
                <a:cs typeface="Courier New"/>
              </a:rPr>
              <a:t>a</a:t>
            </a:r>
            <a:r>
              <a:rPr b="1" spc="-10" dirty="0">
                <a:latin typeface="Courier New"/>
                <a:cs typeface="Courier New"/>
              </a:rPr>
              <a:t>n</a:t>
            </a:r>
            <a:r>
              <a:rPr b="1" spc="-15" dirty="0">
                <a:latin typeface="Courier New"/>
                <a:cs typeface="Courier New"/>
              </a:rPr>
              <a:t>d</a:t>
            </a:r>
            <a:r>
              <a:rPr b="1" spc="-10" dirty="0">
                <a:latin typeface="Courier New"/>
                <a:cs typeface="Courier New"/>
              </a:rPr>
              <a:t>l</a:t>
            </a:r>
            <a:r>
              <a:rPr b="1" dirty="0">
                <a:latin typeface="Courier New"/>
                <a:cs typeface="Courier New"/>
              </a:rPr>
              <a:t>e</a:t>
            </a:r>
            <a:r>
              <a:rPr b="1" spc="20" dirty="0">
                <a:latin typeface="Courier New"/>
                <a:cs typeface="Courier New"/>
              </a:rPr>
              <a:t>r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>
              <a:lnSpc>
                <a:spcPts val="1300"/>
              </a:lnSpc>
              <a:spcBef>
                <a:spcPts val="43"/>
              </a:spcBef>
            </a:pPr>
            <a:endParaRPr sz="1300"/>
          </a:p>
          <a:p>
            <a:pPr>
              <a:lnSpc>
                <a:spcPts val="1600"/>
              </a:lnSpc>
            </a:pPr>
            <a:endParaRPr sz="1300"/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bean 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d</a:t>
            </a:r>
            <a:r>
              <a:rPr spc="-10" dirty="0"/>
              <a:t>="</a:t>
            </a:r>
            <a:r>
              <a:rPr spc="-15" dirty="0"/>
              <a:t>w</a:t>
            </a:r>
            <a:r>
              <a:rPr spc="0" dirty="0"/>
              <a:t>e</a:t>
            </a:r>
            <a:r>
              <a:rPr spc="-15" dirty="0"/>
              <a:t>b</a:t>
            </a:r>
            <a:r>
              <a:rPr spc="-10" dirty="0"/>
              <a:t>E</a:t>
            </a:r>
            <a:r>
              <a:rPr spc="-15" dirty="0"/>
              <a:t>x</a:t>
            </a:r>
            <a:r>
              <a:rPr spc="-10" dirty="0"/>
              <a:t>p</a:t>
            </a:r>
            <a:r>
              <a:rPr spc="-15" dirty="0"/>
              <a:t>r</a:t>
            </a:r>
            <a:r>
              <a:rPr spc="-10" dirty="0"/>
              <a:t>e</a:t>
            </a:r>
            <a:r>
              <a:rPr dirty="0"/>
              <a:t>s</a:t>
            </a:r>
            <a:r>
              <a:rPr spc="-15" dirty="0"/>
              <a:t>s</a:t>
            </a:r>
            <a:r>
              <a:rPr spc="-10"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dirty="0"/>
              <a:t>V</a:t>
            </a:r>
            <a:r>
              <a:rPr spc="-15" dirty="0"/>
              <a:t>o</a:t>
            </a:r>
            <a:r>
              <a:rPr spc="-10" dirty="0"/>
              <a:t>t</a:t>
            </a:r>
            <a:r>
              <a:rPr spc="-15" dirty="0"/>
              <a:t>e</a:t>
            </a:r>
            <a:r>
              <a:rPr spc="5" dirty="0"/>
              <a:t>r</a:t>
            </a:r>
            <a:r>
              <a:rPr spc="-10" dirty="0"/>
              <a:t>"</a:t>
            </a:r>
            <a:r>
              <a:rPr dirty="0"/>
              <a:t> 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>
                <a:latin typeface="Courier New"/>
                <a:cs typeface="Courier New"/>
              </a:rPr>
              <a:t>"…</a:t>
            </a:r>
            <a:r>
              <a:rPr b="1" spc="-15" dirty="0">
                <a:latin typeface="Courier New"/>
                <a:cs typeface="Courier New"/>
              </a:rPr>
              <a:t>W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spc="-15" dirty="0">
                <a:latin typeface="Courier New"/>
                <a:cs typeface="Courier New"/>
              </a:rPr>
              <a:t>b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dirty="0">
                <a:latin typeface="Courier New"/>
                <a:cs typeface="Courier New"/>
              </a:rPr>
              <a:t>x</a:t>
            </a:r>
            <a:r>
              <a:rPr b="1" spc="-15" dirty="0">
                <a:latin typeface="Courier New"/>
                <a:cs typeface="Courier New"/>
              </a:rPr>
              <a:t>p</a:t>
            </a:r>
            <a:r>
              <a:rPr b="1" spc="-10" dirty="0">
                <a:latin typeface="Courier New"/>
                <a:cs typeface="Courier New"/>
              </a:rPr>
              <a:t>r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-10" dirty="0">
                <a:latin typeface="Courier New"/>
                <a:cs typeface="Courier New"/>
              </a:rPr>
              <a:t>s</a:t>
            </a:r>
            <a:r>
              <a:rPr b="1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i</a:t>
            </a:r>
            <a:r>
              <a:rPr b="1" spc="-10" dirty="0">
                <a:latin typeface="Courier New"/>
                <a:cs typeface="Courier New"/>
              </a:rPr>
              <a:t>o</a:t>
            </a:r>
            <a:r>
              <a:rPr b="1" spc="-15" dirty="0">
                <a:latin typeface="Courier New"/>
                <a:cs typeface="Courier New"/>
              </a:rPr>
              <a:t>n</a:t>
            </a:r>
            <a:r>
              <a:rPr b="1" spc="-10" dirty="0">
                <a:latin typeface="Courier New"/>
                <a:cs typeface="Courier New"/>
              </a:rPr>
              <a:t>V</a:t>
            </a:r>
            <a:r>
              <a:rPr b="1" spc="-15" dirty="0">
                <a:latin typeface="Courier New"/>
                <a:cs typeface="Courier New"/>
              </a:rPr>
              <a:t>o</a:t>
            </a:r>
            <a:r>
              <a:rPr b="1" spc="-10" dirty="0">
                <a:latin typeface="Courier New"/>
                <a:cs typeface="Courier New"/>
              </a:rPr>
              <a:t>t</a:t>
            </a:r>
            <a:r>
              <a:rPr b="1" dirty="0">
                <a:latin typeface="Courier New"/>
                <a:cs typeface="Courier New"/>
              </a:rPr>
              <a:t>e</a:t>
            </a:r>
            <a:r>
              <a:rPr b="1" spc="5" dirty="0">
                <a:latin typeface="Courier New"/>
                <a:cs typeface="Courier New"/>
              </a:rPr>
              <a:t>r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256540">
              <a:lnSpc>
                <a:spcPct val="100000"/>
              </a:lnSpc>
              <a:spcBef>
                <a:spcPts val="50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spc="0" dirty="0">
                <a:solidFill>
                  <a:srgbClr val="3E7E7E"/>
                </a:solidFill>
              </a:rPr>
              <a:t>p</a:t>
            </a:r>
            <a:r>
              <a:rPr spc="-15" dirty="0">
                <a:solidFill>
                  <a:srgbClr val="3E7E7E"/>
                </a:solidFill>
              </a:rPr>
              <a:t>e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y</a:t>
            </a:r>
            <a:r>
              <a:rPr spc="20" dirty="0">
                <a:solidFill>
                  <a:srgbClr val="3E7E7E"/>
                </a:solidFill>
              </a:rPr>
              <a:t> </a:t>
            </a:r>
            <a:r>
              <a:rPr spc="-10" dirty="0">
                <a:solidFill>
                  <a:srgbClr val="7E007E"/>
                </a:solidFill>
              </a:rPr>
              <a:t>name</a:t>
            </a:r>
            <a:r>
              <a:rPr spc="-10" dirty="0"/>
              <a:t>=</a:t>
            </a:r>
            <a:r>
              <a:rPr spc="-5" dirty="0"/>
              <a:t>"</a:t>
            </a:r>
            <a:r>
              <a:rPr b="1" dirty="0">
                <a:latin typeface="Courier New"/>
                <a:cs typeface="Courier New"/>
              </a:rPr>
              <a:t>e</a:t>
            </a:r>
            <a:r>
              <a:rPr b="1" spc="-15" dirty="0">
                <a:latin typeface="Courier New"/>
                <a:cs typeface="Courier New"/>
              </a:rPr>
              <a:t>x</a:t>
            </a:r>
            <a:r>
              <a:rPr b="1" spc="-10" dirty="0">
                <a:latin typeface="Courier New"/>
                <a:cs typeface="Courier New"/>
              </a:rPr>
              <a:t>p</a:t>
            </a:r>
            <a:r>
              <a:rPr b="1" spc="-15" dirty="0">
                <a:latin typeface="Courier New"/>
                <a:cs typeface="Courier New"/>
              </a:rPr>
              <a:t>r</a:t>
            </a:r>
            <a:r>
              <a:rPr b="1" spc="-10" dirty="0">
                <a:latin typeface="Courier New"/>
                <a:cs typeface="Courier New"/>
              </a:rPr>
              <a:t>e</a:t>
            </a:r>
            <a:r>
              <a:rPr b="1" dirty="0">
                <a:latin typeface="Courier New"/>
                <a:cs typeface="Courier New"/>
              </a:rPr>
              <a:t>s</a:t>
            </a:r>
            <a:r>
              <a:rPr b="1" spc="-15" dirty="0">
                <a:latin typeface="Courier New"/>
                <a:cs typeface="Courier New"/>
              </a:rPr>
              <a:t>s</a:t>
            </a:r>
            <a:r>
              <a:rPr b="1" spc="-10" dirty="0">
                <a:latin typeface="Courier New"/>
                <a:cs typeface="Courier New"/>
              </a:rPr>
              <a:t>i</a:t>
            </a:r>
            <a:r>
              <a:rPr b="1" spc="-15" dirty="0">
                <a:latin typeface="Courier New"/>
                <a:cs typeface="Courier New"/>
              </a:rPr>
              <a:t>o</a:t>
            </a:r>
            <a:r>
              <a:rPr b="1" spc="-10" dirty="0">
                <a:latin typeface="Courier New"/>
                <a:cs typeface="Courier New"/>
              </a:rPr>
              <a:t>n</a:t>
            </a:r>
            <a:r>
              <a:rPr b="1" spc="-15" dirty="0">
                <a:latin typeface="Courier New"/>
                <a:cs typeface="Courier New"/>
              </a:rPr>
              <a:t>H</a:t>
            </a:r>
            <a:r>
              <a:rPr b="1" spc="-10" dirty="0">
                <a:latin typeface="Courier New"/>
                <a:cs typeface="Courier New"/>
              </a:rPr>
              <a:t>a</a:t>
            </a:r>
            <a:r>
              <a:rPr b="1" dirty="0">
                <a:latin typeface="Courier New"/>
                <a:cs typeface="Courier New"/>
              </a:rPr>
              <a:t>n</a:t>
            </a:r>
            <a:r>
              <a:rPr b="1" spc="-15" dirty="0">
                <a:latin typeface="Courier New"/>
                <a:cs typeface="Courier New"/>
              </a:rPr>
              <a:t>d</a:t>
            </a:r>
            <a:r>
              <a:rPr b="1" spc="-10" dirty="0">
                <a:latin typeface="Courier New"/>
                <a:cs typeface="Courier New"/>
              </a:rPr>
              <a:t>l</a:t>
            </a:r>
            <a:r>
              <a:rPr b="1" spc="-15" dirty="0">
                <a:latin typeface="Courier New"/>
                <a:cs typeface="Courier New"/>
              </a:rPr>
              <a:t>e</a:t>
            </a:r>
            <a:r>
              <a:rPr b="1" spc="5" dirty="0">
                <a:latin typeface="Courier New"/>
                <a:cs typeface="Courier New"/>
              </a:rPr>
              <a:t>r</a:t>
            </a:r>
            <a:r>
              <a:rPr spc="-10" dirty="0"/>
              <a:t>"</a:t>
            </a:r>
            <a:r>
              <a:rPr spc="10" dirty="0"/>
              <a:t> </a:t>
            </a:r>
            <a:r>
              <a:rPr spc="-10" dirty="0">
                <a:solidFill>
                  <a:srgbClr val="7E007E"/>
                </a:solidFill>
              </a:rPr>
              <a:t>ref</a:t>
            </a:r>
            <a:r>
              <a:rPr spc="-10" dirty="0"/>
              <a:t>="</a:t>
            </a:r>
            <a:r>
              <a:rPr dirty="0"/>
              <a:t>w</a:t>
            </a:r>
            <a:r>
              <a:rPr spc="-15" dirty="0"/>
              <a:t>e</a:t>
            </a:r>
            <a:r>
              <a:rPr spc="-10" dirty="0"/>
              <a:t>b</a:t>
            </a:r>
            <a:r>
              <a:rPr spc="-15" dirty="0"/>
              <a:t>E</a:t>
            </a:r>
            <a:r>
              <a:rPr spc="-10" dirty="0"/>
              <a:t>x</a:t>
            </a:r>
            <a:r>
              <a:rPr dirty="0"/>
              <a:t>p</a:t>
            </a:r>
            <a:r>
              <a:rPr spc="-15" dirty="0"/>
              <a:t>r</a:t>
            </a:r>
            <a:r>
              <a:rPr spc="-10" dirty="0"/>
              <a:t>e</a:t>
            </a:r>
            <a:r>
              <a:rPr spc="-15" dirty="0"/>
              <a:t>s</a:t>
            </a:r>
            <a:r>
              <a:rPr spc="-10" dirty="0"/>
              <a:t>s</a:t>
            </a:r>
            <a:r>
              <a:rPr spc="-15" dirty="0"/>
              <a:t>i</a:t>
            </a:r>
            <a:r>
              <a:rPr spc="-10" dirty="0"/>
              <a:t>o</a:t>
            </a:r>
            <a:r>
              <a:rPr dirty="0"/>
              <a:t>n</a:t>
            </a:r>
            <a:r>
              <a:rPr spc="-15" dirty="0"/>
              <a:t>H</a:t>
            </a:r>
            <a:r>
              <a:rPr spc="-10" dirty="0"/>
              <a:t>a</a:t>
            </a:r>
            <a:r>
              <a:rPr spc="-15" dirty="0"/>
              <a:t>n</a:t>
            </a:r>
            <a:r>
              <a:rPr spc="-10" dirty="0"/>
              <a:t>d</a:t>
            </a:r>
            <a:r>
              <a:rPr dirty="0"/>
              <a:t>l</a:t>
            </a:r>
            <a:r>
              <a:rPr spc="-15" dirty="0"/>
              <a:t>e</a:t>
            </a:r>
            <a:r>
              <a:rPr spc="15" dirty="0"/>
              <a:t>r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bean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>
              <a:lnSpc>
                <a:spcPts val="1300"/>
              </a:lnSpc>
              <a:spcBef>
                <a:spcPts val="41"/>
              </a:spcBef>
            </a:pPr>
            <a:endParaRPr sz="1300"/>
          </a:p>
          <a:p>
            <a:pPr>
              <a:lnSpc>
                <a:spcPts val="1600"/>
              </a:lnSpc>
            </a:pPr>
            <a:endParaRPr sz="1300"/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bean 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/>
              <a:t>"</a:t>
            </a:r>
            <a:r>
              <a:rPr sz="1100" spc="-5" dirty="0"/>
              <a:t>org.s</a:t>
            </a:r>
            <a:r>
              <a:rPr sz="1100" spc="5" dirty="0"/>
              <a:t>p</a:t>
            </a:r>
            <a:r>
              <a:rPr sz="1100" spc="-5" dirty="0"/>
              <a:t>ring</a:t>
            </a:r>
            <a:r>
              <a:rPr sz="1100" spc="5" dirty="0"/>
              <a:t>f</a:t>
            </a:r>
            <a:r>
              <a:rPr sz="1100" spc="-5" dirty="0"/>
              <a:t>ram</a:t>
            </a:r>
            <a:r>
              <a:rPr sz="1100" spc="5" dirty="0"/>
              <a:t>e</a:t>
            </a:r>
            <a:r>
              <a:rPr sz="1100" spc="-5" dirty="0"/>
              <a:t>w</a:t>
            </a:r>
            <a:r>
              <a:rPr sz="1100" spc="5" dirty="0"/>
              <a:t>o</a:t>
            </a:r>
            <a:r>
              <a:rPr sz="1100" spc="-5" dirty="0"/>
              <a:t>rk.sec</a:t>
            </a:r>
            <a:r>
              <a:rPr sz="1100" spc="5" dirty="0"/>
              <a:t>u</a:t>
            </a:r>
            <a:r>
              <a:rPr sz="1100" spc="-5" dirty="0"/>
              <a:t>rity</a:t>
            </a:r>
            <a:r>
              <a:rPr sz="1100" spc="5" dirty="0"/>
              <a:t>.</a:t>
            </a:r>
            <a:r>
              <a:rPr sz="1100" spc="-5" dirty="0"/>
              <a:t>acc</a:t>
            </a:r>
            <a:r>
              <a:rPr sz="1100" spc="5" dirty="0"/>
              <a:t>e</a:t>
            </a:r>
            <a:r>
              <a:rPr sz="1100" spc="-5" dirty="0"/>
              <a:t>s</a:t>
            </a:r>
            <a:r>
              <a:rPr sz="1100" spc="5" dirty="0"/>
              <a:t>s</a:t>
            </a:r>
            <a:r>
              <a:rPr sz="1100" spc="-5" dirty="0"/>
              <a:t>.vote</a:t>
            </a:r>
            <a:r>
              <a:rPr sz="1100" dirty="0"/>
              <a:t>.</a:t>
            </a:r>
            <a:r>
              <a:rPr dirty="0"/>
              <a:t>A</a:t>
            </a:r>
            <a:r>
              <a:rPr spc="-15" dirty="0"/>
              <a:t>f</a:t>
            </a:r>
            <a:r>
              <a:rPr spc="-10" dirty="0"/>
              <a:t>f</a:t>
            </a:r>
            <a:r>
              <a:rPr spc="-15" dirty="0"/>
              <a:t>i</a:t>
            </a:r>
            <a:r>
              <a:rPr spc="-10" dirty="0"/>
              <a:t>r</a:t>
            </a:r>
            <a:r>
              <a:rPr dirty="0"/>
              <a:t>m</a:t>
            </a:r>
            <a:r>
              <a:rPr spc="-15" dirty="0"/>
              <a:t>a</a:t>
            </a:r>
            <a:r>
              <a:rPr spc="0" dirty="0"/>
              <a:t>t</a:t>
            </a:r>
            <a:r>
              <a:rPr spc="-15" dirty="0"/>
              <a:t>i</a:t>
            </a:r>
            <a:r>
              <a:rPr spc="-10" dirty="0"/>
              <a:t>v</a:t>
            </a:r>
            <a:r>
              <a:rPr spc="-15" dirty="0"/>
              <a:t>e</a:t>
            </a:r>
            <a:r>
              <a:rPr spc="-10" dirty="0"/>
              <a:t>B</a:t>
            </a:r>
            <a:r>
              <a:rPr spc="-15" dirty="0"/>
              <a:t>a</a:t>
            </a:r>
            <a:r>
              <a:rPr spc="-10" dirty="0"/>
              <a:t>s</a:t>
            </a:r>
            <a:r>
              <a:rPr dirty="0"/>
              <a:t>e</a:t>
            </a:r>
            <a:r>
              <a:rPr spc="0" dirty="0"/>
              <a:t>d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  <a:endParaRPr sz="1100"/>
          </a:p>
          <a:p>
            <a:pPr marL="256540">
              <a:lnSpc>
                <a:spcPct val="100000"/>
              </a:lnSpc>
              <a:spcBef>
                <a:spcPts val="50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o</a:t>
            </a:r>
            <a:r>
              <a:rPr spc="0" dirty="0">
                <a:solidFill>
                  <a:srgbClr val="3E7E7E"/>
                </a:solidFill>
              </a:rPr>
              <a:t>p</a:t>
            </a:r>
            <a:r>
              <a:rPr spc="-15" dirty="0">
                <a:solidFill>
                  <a:srgbClr val="3E7E7E"/>
                </a:solidFill>
              </a:rPr>
              <a:t>e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spc="-1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3E7E7E"/>
                </a:solidFill>
              </a:rPr>
              <a:t>y</a:t>
            </a:r>
            <a:r>
              <a:rPr spc="20" dirty="0">
                <a:solidFill>
                  <a:srgbClr val="3E7E7E"/>
                </a:solidFill>
              </a:rPr>
              <a:t> </a:t>
            </a:r>
            <a:r>
              <a:rPr spc="-10" dirty="0">
                <a:solidFill>
                  <a:srgbClr val="7E007E"/>
                </a:solidFill>
              </a:rPr>
              <a:t>name</a:t>
            </a:r>
            <a:r>
              <a:rPr spc="-10" dirty="0"/>
              <a:t>=</a:t>
            </a:r>
            <a:r>
              <a:rPr spc="-5" dirty="0"/>
              <a:t>"</a:t>
            </a:r>
            <a:r>
              <a:rPr dirty="0"/>
              <a:t>d</a:t>
            </a:r>
            <a:r>
              <a:rPr spc="-15" dirty="0"/>
              <a:t>e</a:t>
            </a:r>
            <a:r>
              <a:rPr spc="-10" dirty="0"/>
              <a:t>c</a:t>
            </a:r>
            <a:r>
              <a:rPr spc="-15" dirty="0"/>
              <a:t>i</a:t>
            </a:r>
            <a:r>
              <a:rPr spc="-10" dirty="0"/>
              <a:t>s</a:t>
            </a:r>
            <a:r>
              <a:rPr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spc="-15" dirty="0"/>
              <a:t>V</a:t>
            </a:r>
            <a:r>
              <a:rPr spc="-10" dirty="0"/>
              <a:t>o</a:t>
            </a:r>
            <a:r>
              <a:rPr spc="-15" dirty="0"/>
              <a:t>t</a:t>
            </a:r>
            <a:r>
              <a:rPr spc="-10" dirty="0"/>
              <a:t>e</a:t>
            </a:r>
            <a:r>
              <a:rPr dirty="0"/>
              <a:t>r</a:t>
            </a:r>
            <a:r>
              <a:rPr spc="0" dirty="0"/>
              <a:t>s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R="6226175" algn="ctr">
              <a:lnSpc>
                <a:spcPct val="100000"/>
              </a:lnSpc>
              <a:spcBef>
                <a:spcPts val="51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l</a:t>
            </a:r>
            <a:r>
              <a:rPr spc="0" dirty="0">
                <a:solidFill>
                  <a:srgbClr val="3E7E7E"/>
                </a:solidFill>
              </a:rPr>
              <a:t>i</a:t>
            </a:r>
            <a:r>
              <a:rPr spc="-15" dirty="0">
                <a:solidFill>
                  <a:srgbClr val="3E7E7E"/>
                </a:solidFill>
              </a:rPr>
              <a:t>s</a:t>
            </a:r>
            <a:r>
              <a:rPr spc="-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744220">
              <a:lnSpc>
                <a:spcPct val="100000"/>
              </a:lnSpc>
              <a:spcBef>
                <a:spcPts val="500"/>
              </a:spcBef>
            </a:pPr>
            <a:r>
              <a:rPr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ref</a:t>
            </a:r>
            <a:r>
              <a:rPr dirty="0">
                <a:solidFill>
                  <a:srgbClr val="3E7E7E"/>
                </a:solidFill>
              </a:rPr>
              <a:t> </a:t>
            </a:r>
            <a:r>
              <a:rPr dirty="0">
                <a:solidFill>
                  <a:srgbClr val="7E007E"/>
                </a:solidFill>
              </a:rPr>
              <a:t>b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5" dirty="0">
                <a:solidFill>
                  <a:srgbClr val="7E007E"/>
                </a:solidFill>
              </a:rPr>
              <a:t>n</a:t>
            </a:r>
            <a:r>
              <a:rPr spc="-10" dirty="0"/>
              <a:t>="</a:t>
            </a:r>
            <a:r>
              <a:rPr spc="-15" dirty="0"/>
              <a:t>w</a:t>
            </a:r>
            <a:r>
              <a:rPr spc="0" dirty="0"/>
              <a:t>e</a:t>
            </a:r>
            <a:r>
              <a:rPr spc="-15" dirty="0"/>
              <a:t>b</a:t>
            </a:r>
            <a:r>
              <a:rPr spc="-10" dirty="0"/>
              <a:t>E</a:t>
            </a:r>
            <a:r>
              <a:rPr spc="-15" dirty="0"/>
              <a:t>x</a:t>
            </a:r>
            <a:r>
              <a:rPr spc="-10" dirty="0"/>
              <a:t>p</a:t>
            </a:r>
            <a:r>
              <a:rPr dirty="0"/>
              <a:t>r</a:t>
            </a:r>
            <a:r>
              <a:rPr spc="-15" dirty="0"/>
              <a:t>e</a:t>
            </a:r>
            <a:r>
              <a:rPr spc="-10" dirty="0"/>
              <a:t>s</a:t>
            </a:r>
            <a:r>
              <a:rPr spc="-15" dirty="0"/>
              <a:t>s</a:t>
            </a:r>
            <a:r>
              <a:rPr spc="-10"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dirty="0"/>
              <a:t>V</a:t>
            </a:r>
            <a:r>
              <a:rPr spc="-15" dirty="0"/>
              <a:t>o</a:t>
            </a:r>
            <a:r>
              <a:rPr spc="-10" dirty="0"/>
              <a:t>t</a:t>
            </a:r>
            <a:r>
              <a:rPr spc="-15" dirty="0"/>
              <a:t>e</a:t>
            </a:r>
            <a:r>
              <a:rPr spc="5" dirty="0"/>
              <a:t>r</a:t>
            </a:r>
            <a:r>
              <a:rPr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 marR="6104255" algn="ctr">
              <a:lnSpc>
                <a:spcPct val="100000"/>
              </a:lnSpc>
              <a:spcBef>
                <a:spcPts val="50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dirty="0">
                <a:solidFill>
                  <a:srgbClr val="3E7E7E"/>
                </a:solidFill>
              </a:rPr>
              <a:t>l</a:t>
            </a:r>
            <a:r>
              <a:rPr spc="-15" dirty="0">
                <a:solidFill>
                  <a:srgbClr val="3E7E7E"/>
                </a:solidFill>
              </a:rPr>
              <a:t>i</a:t>
            </a:r>
            <a:r>
              <a:rPr spc="-10" dirty="0">
                <a:solidFill>
                  <a:srgbClr val="3E7E7E"/>
                </a:solidFill>
              </a:rPr>
              <a:t>s</a:t>
            </a:r>
            <a:r>
              <a:rPr spc="-5" dirty="0">
                <a:solidFill>
                  <a:srgbClr val="3E7E7E"/>
                </a:solidFill>
              </a:rPr>
              <a:t>t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256540">
              <a:lnSpc>
                <a:spcPct val="100000"/>
              </a:lnSpc>
              <a:spcBef>
                <a:spcPts val="51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r</a:t>
            </a:r>
            <a:r>
              <a:rPr dirty="0">
                <a:solidFill>
                  <a:srgbClr val="3E7E7E"/>
                </a:solidFill>
              </a:rPr>
              <a:t>o</a:t>
            </a:r>
            <a:r>
              <a:rPr spc="-15" dirty="0">
                <a:solidFill>
                  <a:srgbClr val="3E7E7E"/>
                </a:solidFill>
              </a:rPr>
              <a:t>p</a:t>
            </a:r>
            <a:r>
              <a:rPr spc="-10"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r</a:t>
            </a:r>
            <a:r>
              <a:rPr spc="-10" dirty="0">
                <a:solidFill>
                  <a:srgbClr val="3E7E7E"/>
                </a:solidFill>
              </a:rPr>
              <a:t>t</a:t>
            </a:r>
            <a:r>
              <a:rPr spc="5" dirty="0">
                <a:solidFill>
                  <a:srgbClr val="3E7E7E"/>
                </a:solidFill>
              </a:rPr>
              <a:t>y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bean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Custom</a:t>
            </a:r>
            <a:r>
              <a:rPr spc="-20" dirty="0"/>
              <a:t> </a:t>
            </a:r>
            <a:r>
              <a:rPr spc="-125" dirty="0"/>
              <a:t>e</a:t>
            </a:r>
            <a:r>
              <a:rPr dirty="0"/>
              <a:t>xpression</a:t>
            </a:r>
            <a:r>
              <a:rPr spc="-35" dirty="0"/>
              <a:t> </a:t>
            </a:r>
            <a:r>
              <a:rPr spc="-90" dirty="0"/>
              <a:t>r</a:t>
            </a:r>
            <a:r>
              <a:rPr dirty="0"/>
              <a:t>o</a:t>
            </a:r>
            <a:r>
              <a:rPr spc="5" dirty="0"/>
              <a:t>o</a:t>
            </a:r>
            <a:r>
              <a:rPr dirty="0"/>
              <a:t>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7966709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class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x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3676650">
              <a:lnSpc>
                <a:spcPct val="100000"/>
              </a:lnSpc>
              <a:spcBef>
                <a:spcPts val="700"/>
              </a:spcBef>
            </a:pP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x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x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ot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532" y="2953639"/>
            <a:ext cx="6864984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W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x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25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a,</a:t>
            </a:r>
            <a:endParaRPr sz="1600">
              <a:latin typeface="Courier New"/>
              <a:cs typeface="Courier New"/>
            </a:endParaRPr>
          </a:p>
          <a:p>
            <a:pPr marR="127635" algn="r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on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10"/>
              </a:spcBef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su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(a,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fi);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7733" y="3285871"/>
            <a:ext cx="63627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4618101"/>
            <a:ext cx="5764530" cy="1268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h</a:t>
            </a:r>
            <a:r>
              <a:rPr sz="1600" b="1" spc="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s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l</a:t>
            </a:r>
            <a:r>
              <a:rPr sz="1600" b="1" spc="-10" dirty="0">
                <a:latin typeface="Courier New"/>
                <a:cs typeface="Courier New"/>
              </a:rPr>
              <a:t>l</a:t>
            </a:r>
            <a:r>
              <a:rPr sz="1600" b="1" dirty="0">
                <a:latin typeface="Courier New"/>
                <a:cs typeface="Courier New"/>
              </a:rPr>
              <a:t>R</a:t>
            </a:r>
            <a:r>
              <a:rPr sz="1600" b="1" spc="-15" dirty="0">
                <a:latin typeface="Courier New"/>
                <a:cs typeface="Courier New"/>
              </a:rPr>
              <a:t>o</a:t>
            </a:r>
            <a:r>
              <a:rPr sz="1600" b="1" spc="-10" dirty="0">
                <a:latin typeface="Courier New"/>
                <a:cs typeface="Courier New"/>
              </a:rPr>
              <a:t>l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dirty="0">
                <a:latin typeface="Courier New"/>
                <a:cs typeface="Courier New"/>
              </a:rPr>
              <a:t>.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.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695"/>
              </a:spcBef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rn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600" b="1" spc="-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Custom</a:t>
            </a:r>
            <a:r>
              <a:rPr spc="-20" dirty="0"/>
              <a:t> </a:t>
            </a:r>
            <a:r>
              <a:rPr spc="-125" dirty="0"/>
              <a:t>e</a:t>
            </a:r>
            <a:r>
              <a:rPr dirty="0"/>
              <a:t>xpression</a:t>
            </a:r>
            <a:r>
              <a:rPr spc="-35" dirty="0"/>
              <a:t> </a:t>
            </a:r>
            <a:r>
              <a:rPr dirty="0"/>
              <a:t>handler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00682"/>
            <a:ext cx="7914005" cy="408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publi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c 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clas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CustomWebSecurityExpressionHandler</a:t>
            </a:r>
            <a:endParaRPr sz="1500">
              <a:latin typeface="Courier New"/>
              <a:cs typeface="Courier New"/>
            </a:endParaRPr>
          </a:p>
          <a:p>
            <a:pPr marR="6350" algn="r">
              <a:lnSpc>
                <a:spcPct val="100000"/>
              </a:lnSpc>
              <a:spcBef>
                <a:spcPts val="530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extend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DefaultWebSecurityExpressionHandle</a:t>
            </a:r>
            <a:r>
              <a:rPr sz="1500" dirty="0">
                <a:latin typeface="Courier New"/>
                <a:cs typeface="Courier New"/>
              </a:rPr>
              <a:t>r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spcBef>
                <a:spcPts val="32"/>
              </a:spcBef>
            </a:pPr>
            <a:endParaRPr sz="1300"/>
          </a:p>
          <a:p>
            <a:pPr>
              <a:lnSpc>
                <a:spcPts val="1500"/>
              </a:lnSpc>
            </a:pPr>
            <a:endParaRPr sz="1500"/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500" spc="-5" dirty="0">
                <a:solidFill>
                  <a:srgbClr val="636363"/>
                </a:solidFill>
                <a:latin typeface="Courier New"/>
                <a:cs typeface="Courier New"/>
              </a:rPr>
              <a:t>Override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25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publi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c </a:t>
            </a:r>
            <a:r>
              <a:rPr sz="1500" spc="-5" dirty="0">
                <a:latin typeface="Courier New"/>
                <a:cs typeface="Courier New"/>
              </a:rPr>
              <a:t>EvaluationContex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spc="-5" dirty="0">
                <a:latin typeface="Courier New"/>
                <a:cs typeface="Courier New"/>
              </a:rPr>
              <a:t>createEvaluationContex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(Authenticatio</a:t>
            </a:r>
            <a:r>
              <a:rPr sz="1500" dirty="0">
                <a:latin typeface="Courier New"/>
                <a:cs typeface="Courier New"/>
              </a:rPr>
              <a:t>n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a,</a:t>
            </a:r>
            <a:endParaRPr sz="1500">
              <a:latin typeface="Courier New"/>
              <a:cs typeface="Courier New"/>
            </a:endParaRPr>
          </a:p>
          <a:p>
            <a:pPr marR="6350" algn="r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latin typeface="Courier New"/>
                <a:cs typeface="Courier New"/>
              </a:rPr>
              <a:t>FilterInvocatio</a:t>
            </a:r>
            <a:r>
              <a:rPr sz="1500" dirty="0">
                <a:latin typeface="Courier New"/>
                <a:cs typeface="Courier New"/>
              </a:rPr>
              <a:t>n </a:t>
            </a:r>
            <a:r>
              <a:rPr sz="1500" spc="-5" dirty="0">
                <a:latin typeface="Courier New"/>
                <a:cs typeface="Courier New"/>
              </a:rPr>
              <a:t>fi</a:t>
            </a:r>
            <a:r>
              <a:rPr sz="1500" dirty="0">
                <a:latin typeface="Courier New"/>
                <a:cs typeface="Courier New"/>
              </a:rPr>
              <a:t>) {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latin typeface="Courier New"/>
                <a:cs typeface="Courier New"/>
              </a:rPr>
              <a:t>StandardEvaluationContex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spc="-5" dirty="0">
                <a:latin typeface="Courier New"/>
                <a:cs typeface="Courier New"/>
              </a:rPr>
              <a:t>ct</a:t>
            </a:r>
            <a:r>
              <a:rPr sz="1500" dirty="0">
                <a:latin typeface="Courier New"/>
                <a:cs typeface="Courier New"/>
              </a:rPr>
              <a:t>x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endParaRPr sz="1500">
              <a:latin typeface="Courier New"/>
              <a:cs typeface="Courier New"/>
            </a:endParaRPr>
          </a:p>
          <a:p>
            <a:pPr marL="469900" marR="6350" indent="113664">
              <a:lnSpc>
                <a:spcPct val="128699"/>
              </a:lnSpc>
              <a:spcBef>
                <a:spcPts val="10"/>
              </a:spcBef>
            </a:pPr>
            <a:r>
              <a:rPr sz="1500" spc="-5" dirty="0">
                <a:latin typeface="Courier New"/>
                <a:cs typeface="Courier New"/>
              </a:rPr>
              <a:t>(StandardEvaluationContex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)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supe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500" b="1" spc="-5" dirty="0">
                <a:latin typeface="Courier New"/>
                <a:cs typeface="Courier New"/>
              </a:rPr>
              <a:t>.</a:t>
            </a:r>
            <a:r>
              <a:rPr sz="1500" spc="-5" dirty="0">
                <a:latin typeface="Courier New"/>
                <a:cs typeface="Courier New"/>
              </a:rPr>
              <a:t>createEvaluationContex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(a</a:t>
            </a:r>
            <a:r>
              <a:rPr sz="1500" dirty="0">
                <a:latin typeface="Courier New"/>
                <a:cs typeface="Courier New"/>
              </a:rPr>
              <a:t>, </a:t>
            </a:r>
            <a:r>
              <a:rPr sz="1500" spc="-5" dirty="0">
                <a:latin typeface="Courier New"/>
                <a:cs typeface="Courier New"/>
              </a:rPr>
              <a:t>fi); SecurityExpressionRoo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spc="-5" dirty="0">
                <a:latin typeface="Courier New"/>
                <a:cs typeface="Courier New"/>
              </a:rPr>
              <a:t>roo</a:t>
            </a:r>
            <a:r>
              <a:rPr sz="1500" dirty="0">
                <a:latin typeface="Courier New"/>
                <a:cs typeface="Courier New"/>
              </a:rPr>
              <a:t>t =</a:t>
            </a:r>
            <a:endParaRPr sz="1500">
              <a:latin typeface="Courier New"/>
              <a:cs typeface="Courier New"/>
            </a:endParaRPr>
          </a:p>
          <a:p>
            <a:pPr marL="469900" marR="1950085" indent="570865">
              <a:lnSpc>
                <a:spcPts val="2330"/>
              </a:lnSpc>
              <a:spcBef>
                <a:spcPts val="150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ne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w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CustomWebSecurityExpressionRoo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(a</a:t>
            </a:r>
            <a:r>
              <a:rPr sz="1500" dirty="0">
                <a:latin typeface="Courier New"/>
                <a:cs typeface="Courier New"/>
              </a:rPr>
              <a:t>, </a:t>
            </a:r>
            <a:r>
              <a:rPr sz="1500" spc="-5" dirty="0">
                <a:latin typeface="Courier New"/>
                <a:cs typeface="Courier New"/>
              </a:rPr>
              <a:t>fi); ctx.setRootObjec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(root);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350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retur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ctx</a:t>
            </a:r>
            <a:r>
              <a:rPr sz="150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500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5636006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Method</a:t>
            </a:r>
            <a:r>
              <a:rPr sz="4400" spc="-4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author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zat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on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Meth</a:t>
            </a:r>
            <a:r>
              <a:rPr spc="5" dirty="0"/>
              <a:t>o</a:t>
            </a:r>
            <a:r>
              <a:rPr dirty="0"/>
              <a:t>d</a:t>
            </a:r>
            <a:r>
              <a:rPr spc="-45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08582"/>
            <a:ext cx="5230495" cy="2425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nnot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tion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spc="-65" dirty="0">
                <a:latin typeface="Tw Cen MT"/>
                <a:cs typeface="Tw Cen MT"/>
              </a:rPr>
              <a:t>v</a:t>
            </a:r>
            <a:r>
              <a:rPr sz="2900" dirty="0">
                <a:latin typeface="Tw Cen MT"/>
                <a:cs typeface="Tw Cen MT"/>
              </a:rPr>
              <a:t>en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0" dirty="0">
                <a:latin typeface="Tw Cen MT"/>
                <a:cs typeface="Tw Cen MT"/>
              </a:rPr>
              <a:t>v</a:t>
            </a:r>
            <a:r>
              <a:rPr sz="2600" dirty="0">
                <a:latin typeface="Tw Cen MT"/>
                <a:cs typeface="Tw Cen MT"/>
              </a:rPr>
              <a:t>ot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ng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based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-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spc="-5" dirty="0">
                <a:solidFill>
                  <a:srgbClr val="636363"/>
                </a:solidFill>
                <a:latin typeface="Courier New"/>
                <a:cs typeface="Courier New"/>
              </a:rPr>
              <a:t>@Secured</a:t>
            </a:r>
            <a:endParaRPr sz="2600">
              <a:latin typeface="Courier New"/>
              <a:cs typeface="Courier New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70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x</a:t>
            </a:r>
            <a:r>
              <a:rPr sz="2600" spc="5" dirty="0">
                <a:latin typeface="Tw Cen MT"/>
                <a:cs typeface="Tw Cen MT"/>
              </a:rPr>
              <a:t>p</a:t>
            </a:r>
            <a:r>
              <a:rPr sz="2600" dirty="0">
                <a:latin typeface="Tw Cen MT"/>
                <a:cs typeface="Tw Cen MT"/>
              </a:rPr>
              <a:t>ression</a:t>
            </a:r>
            <a:r>
              <a:rPr sz="2600" spc="-5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based</a:t>
            </a:r>
            <a:r>
              <a:rPr sz="2600" spc="-1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-</a:t>
            </a:r>
            <a:r>
              <a:rPr sz="2600" spc="-5" dirty="0">
                <a:latin typeface="Tw Cen MT"/>
                <a:cs typeface="Tw Cen MT"/>
              </a:rPr>
              <a:t> </a:t>
            </a:r>
            <a:r>
              <a:rPr sz="2600" spc="-5" dirty="0">
                <a:solidFill>
                  <a:srgbClr val="636363"/>
                </a:solidFill>
                <a:latin typeface="Courier New"/>
                <a:cs typeface="Courier New"/>
              </a:rPr>
              <a:t>@Pre/@Post</a:t>
            </a:r>
            <a:endParaRPr sz="2600">
              <a:latin typeface="Courier New"/>
              <a:cs typeface="Courier New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JSR</a:t>
            </a:r>
            <a:r>
              <a:rPr sz="2600" spc="-5" dirty="0">
                <a:latin typeface="Tw Cen MT"/>
                <a:cs typeface="Tw Cen MT"/>
              </a:rPr>
              <a:t>-</a:t>
            </a:r>
            <a:r>
              <a:rPr sz="2600" dirty="0">
                <a:latin typeface="Tw Cen MT"/>
                <a:cs typeface="Tw Cen MT"/>
              </a:rPr>
              <a:t>250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-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2600" spc="-5" dirty="0">
                <a:solidFill>
                  <a:srgbClr val="636363"/>
                </a:solidFill>
                <a:latin typeface="Courier New"/>
                <a:cs typeface="Courier New"/>
              </a:rPr>
              <a:t>RolesAllowed</a:t>
            </a:r>
            <a:endParaRPr sz="2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x</a:t>
            </a:r>
            <a:r>
              <a:rPr sz="2900" dirty="0">
                <a:latin typeface="Tw Cen MT"/>
                <a:cs typeface="Tw Cen MT"/>
              </a:rPr>
              <a:t>ml dri</a:t>
            </a:r>
            <a:r>
              <a:rPr sz="2900" spc="-60" dirty="0">
                <a:latin typeface="Tw Cen MT"/>
                <a:cs typeface="Tw Cen MT"/>
              </a:rPr>
              <a:t>v</a:t>
            </a:r>
            <a:r>
              <a:rPr sz="2900" dirty="0">
                <a:latin typeface="Tw Cen MT"/>
                <a:cs typeface="Tw Cen MT"/>
              </a:rPr>
              <a:t>en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</a:t>
            </a:r>
            <a:r>
              <a:rPr spc="10" dirty="0"/>
              <a:t>n</a:t>
            </a:r>
            <a:r>
              <a:rPr dirty="0"/>
              <a:t>fi</a:t>
            </a:r>
            <a:r>
              <a:rPr spc="-15" dirty="0"/>
              <a:t>g</a:t>
            </a:r>
            <a:r>
              <a:rPr dirty="0"/>
              <a:t>u</a:t>
            </a:r>
            <a:r>
              <a:rPr spc="-5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7019" rIns="0" bIns="0" rtlCol="0">
            <a:spAutoFit/>
          </a:bodyPr>
          <a:lstStyle/>
          <a:p>
            <a:pPr marL="218440">
              <a:lnSpc>
                <a:spcPct val="1000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metho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pc="-10" dirty="0">
                <a:solidFill>
                  <a:srgbClr val="3E7E7E"/>
                </a:solidFill>
              </a:rPr>
              <a:t>&gt;</a:t>
            </a:r>
          </a:p>
          <a:p>
            <a:pPr marL="462280" marR="6350">
              <a:lnSpc>
                <a:spcPct val="136300"/>
              </a:lnSpc>
              <a:spcBef>
                <a:spcPts val="10"/>
              </a:spcBef>
            </a:pP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-10" dirty="0">
                <a:solidFill>
                  <a:srgbClr val="7E007E"/>
                </a:solidFill>
              </a:rPr>
              <a:t>e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spc="-10" dirty="0">
                <a:solidFill>
                  <a:srgbClr val="7E007E"/>
                </a:solidFill>
              </a:rPr>
              <a:t>-</a:t>
            </a:r>
            <a:r>
              <a:rPr spc="-15" dirty="0">
                <a:solidFill>
                  <a:srgbClr val="7E007E"/>
                </a:solidFill>
              </a:rPr>
              <a:t>d</a:t>
            </a:r>
            <a:r>
              <a:rPr spc="-10" dirty="0">
                <a:solidFill>
                  <a:srgbClr val="7E007E"/>
                </a:solidFill>
              </a:rPr>
              <a:t>e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o</a:t>
            </a:r>
            <a:r>
              <a:rPr spc="-5" dirty="0">
                <a:solidFill>
                  <a:srgbClr val="7E007E"/>
                </a:solidFill>
              </a:rPr>
              <a:t>n-</a:t>
            </a:r>
            <a:r>
              <a:rPr dirty="0">
                <a:solidFill>
                  <a:srgbClr val="7E007E"/>
                </a:solidFill>
              </a:rPr>
              <a:t>m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g</a:t>
            </a:r>
            <a:r>
              <a:rPr dirty="0">
                <a:solidFill>
                  <a:srgbClr val="7E007E"/>
                </a:solidFill>
              </a:rPr>
              <a:t>e</a:t>
            </a:r>
            <a:r>
              <a:rPr spc="-5" dirty="0">
                <a:solidFill>
                  <a:srgbClr val="7E007E"/>
                </a:solidFill>
              </a:rPr>
              <a:t>r</a:t>
            </a:r>
            <a:r>
              <a:rPr spc="-10" dirty="0">
                <a:solidFill>
                  <a:srgbClr val="7E007E"/>
                </a:solidFill>
              </a:rPr>
              <a:t>-ref</a:t>
            </a:r>
            <a:r>
              <a:rPr spc="-10" dirty="0"/>
              <a:t>=</a:t>
            </a:r>
            <a:r>
              <a:rPr dirty="0"/>
              <a:t>"</a:t>
            </a:r>
            <a:r>
              <a:rPr spc="-15" dirty="0"/>
              <a:t>a</a:t>
            </a:r>
            <a:r>
              <a:rPr spc="-10" dirty="0"/>
              <a:t>c</a:t>
            </a:r>
            <a:r>
              <a:rPr spc="-15" dirty="0"/>
              <a:t>c</a:t>
            </a:r>
            <a:r>
              <a:rPr spc="-10" dirty="0"/>
              <a:t>e</a:t>
            </a:r>
            <a:r>
              <a:rPr dirty="0"/>
              <a:t>s</a:t>
            </a:r>
            <a:r>
              <a:rPr spc="-15" dirty="0"/>
              <a:t>s</a:t>
            </a:r>
            <a:r>
              <a:rPr spc="-10" dirty="0"/>
              <a:t>D</a:t>
            </a:r>
            <a:r>
              <a:rPr spc="-15" dirty="0"/>
              <a:t>e</a:t>
            </a:r>
            <a:r>
              <a:rPr spc="-10" dirty="0"/>
              <a:t>c</a:t>
            </a:r>
            <a:r>
              <a:rPr spc="-15" dirty="0"/>
              <a:t>i</a:t>
            </a:r>
            <a:r>
              <a:rPr spc="-10" dirty="0"/>
              <a:t>s</a:t>
            </a:r>
            <a:r>
              <a:rPr dirty="0"/>
              <a:t>i</a:t>
            </a:r>
            <a:r>
              <a:rPr spc="-15" dirty="0"/>
              <a:t>o</a:t>
            </a:r>
            <a:r>
              <a:rPr spc="-10" dirty="0"/>
              <a:t>n</a:t>
            </a:r>
            <a:r>
              <a:rPr spc="-15" dirty="0"/>
              <a:t>M</a:t>
            </a:r>
            <a:r>
              <a:rPr spc="-10" dirty="0"/>
              <a:t>a</a:t>
            </a:r>
            <a:r>
              <a:rPr dirty="0"/>
              <a:t>n</a:t>
            </a:r>
            <a:r>
              <a:rPr spc="-15" dirty="0"/>
              <a:t>a</a:t>
            </a:r>
            <a:r>
              <a:rPr spc="-10" dirty="0"/>
              <a:t>g</a:t>
            </a:r>
            <a:r>
              <a:rPr spc="-15" dirty="0"/>
              <a:t>e</a:t>
            </a:r>
            <a:r>
              <a:rPr spc="15" dirty="0"/>
              <a:t>r</a:t>
            </a:r>
            <a:r>
              <a:rPr spc="-10" dirty="0"/>
              <a:t>" </a:t>
            </a:r>
            <a:r>
              <a:rPr spc="-15" dirty="0">
                <a:solidFill>
                  <a:srgbClr val="7E007E"/>
                </a:solidFill>
              </a:rPr>
              <a:t>j</a:t>
            </a:r>
            <a:r>
              <a:rPr spc="-10" dirty="0">
                <a:solidFill>
                  <a:srgbClr val="7E007E"/>
                </a:solidFill>
              </a:rPr>
              <a:t>s</a:t>
            </a:r>
            <a:r>
              <a:rPr spc="-15" dirty="0">
                <a:solidFill>
                  <a:srgbClr val="7E007E"/>
                </a:solidFill>
              </a:rPr>
              <a:t>r</a:t>
            </a:r>
            <a:r>
              <a:rPr spc="-10" dirty="0">
                <a:solidFill>
                  <a:srgbClr val="7E007E"/>
                </a:solidFill>
              </a:rPr>
              <a:t>2</a:t>
            </a:r>
            <a:r>
              <a:rPr dirty="0">
                <a:solidFill>
                  <a:srgbClr val="7E007E"/>
                </a:solidFill>
              </a:rPr>
              <a:t>5</a:t>
            </a:r>
            <a:r>
              <a:rPr spc="-5" dirty="0">
                <a:solidFill>
                  <a:srgbClr val="7E007E"/>
                </a:solidFill>
              </a:rPr>
              <a:t>0</a:t>
            </a:r>
            <a:r>
              <a:rPr spc="-10" dirty="0">
                <a:solidFill>
                  <a:srgbClr val="7E007E"/>
                </a:solidFill>
              </a:rPr>
              <a:t>-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o</a:t>
            </a:r>
            <a:r>
              <a:rPr dirty="0">
                <a:solidFill>
                  <a:srgbClr val="7E007E"/>
                </a:solidFill>
              </a:rPr>
              <a:t>n</a:t>
            </a:r>
            <a:r>
              <a:rPr spc="0" dirty="0">
                <a:solidFill>
                  <a:srgbClr val="7E007E"/>
                </a:solidFill>
              </a:rPr>
              <a:t>s</a:t>
            </a:r>
            <a:r>
              <a:rPr spc="-10" dirty="0"/>
              <a:t>=</a:t>
            </a:r>
            <a:r>
              <a:rPr spc="-15" dirty="0"/>
              <a:t>"</a:t>
            </a:r>
            <a:r>
              <a:rPr spc="-10" dirty="0"/>
              <a:t>d</a:t>
            </a:r>
            <a:r>
              <a:rPr dirty="0"/>
              <a:t>i</a:t>
            </a:r>
            <a:r>
              <a:rPr spc="-15" dirty="0"/>
              <a:t>s</a:t>
            </a:r>
            <a:r>
              <a:rPr spc="-10" dirty="0"/>
              <a:t>a</a:t>
            </a:r>
            <a:r>
              <a:rPr spc="-15" dirty="0"/>
              <a:t>b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-10" dirty="0"/>
              <a:t>d"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7E007E"/>
                </a:solidFill>
              </a:rPr>
              <a:t>pre-</a:t>
            </a:r>
            <a:r>
              <a:rPr dirty="0">
                <a:solidFill>
                  <a:srgbClr val="7E007E"/>
                </a:solidFill>
              </a:rPr>
              <a:t>p</a:t>
            </a:r>
            <a:r>
              <a:rPr spc="-1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t</a:t>
            </a:r>
            <a:r>
              <a:rPr spc="-10" dirty="0">
                <a:solidFill>
                  <a:srgbClr val="7E007E"/>
                </a:solidFill>
              </a:rPr>
              <a:t>-</a:t>
            </a:r>
            <a:r>
              <a:rPr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n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5" dirty="0">
                <a:solidFill>
                  <a:srgbClr val="7E007E"/>
                </a:solidFill>
              </a:rPr>
              <a:t>o</a:t>
            </a:r>
            <a:r>
              <a:rPr spc="-10" dirty="0">
                <a:solidFill>
                  <a:srgbClr val="7E007E"/>
                </a:solidFill>
              </a:rPr>
              <a:t>n</a:t>
            </a:r>
            <a:r>
              <a:rPr spc="0" dirty="0">
                <a:solidFill>
                  <a:srgbClr val="7E007E"/>
                </a:solidFill>
              </a:rPr>
              <a:t>s</a:t>
            </a:r>
            <a:r>
              <a:rPr spc="-10" dirty="0"/>
              <a:t>=</a:t>
            </a:r>
            <a:r>
              <a:rPr dirty="0"/>
              <a:t>"</a:t>
            </a:r>
            <a:r>
              <a:rPr spc="-15" dirty="0"/>
              <a:t>d</a:t>
            </a:r>
            <a:r>
              <a:rPr spc="-10" dirty="0"/>
              <a:t>i</a:t>
            </a:r>
            <a:r>
              <a:rPr spc="-15" dirty="0"/>
              <a:t>s</a:t>
            </a:r>
            <a:r>
              <a:rPr spc="-10" dirty="0"/>
              <a:t>a</a:t>
            </a:r>
            <a:r>
              <a:rPr spc="-15" dirty="0"/>
              <a:t>b</a:t>
            </a:r>
            <a:r>
              <a:rPr spc="-10" dirty="0"/>
              <a:t>l</a:t>
            </a:r>
            <a:r>
              <a:rPr dirty="0"/>
              <a:t>e</a:t>
            </a:r>
            <a:r>
              <a:rPr spc="-15" dirty="0"/>
              <a:t>d"</a:t>
            </a:r>
          </a:p>
          <a:p>
            <a:pPr marL="462280">
              <a:lnSpc>
                <a:spcPct val="100000"/>
              </a:lnSpc>
              <a:spcBef>
                <a:spcPts val="710"/>
              </a:spcBef>
            </a:pPr>
            <a:r>
              <a:rPr spc="-15" dirty="0">
                <a:solidFill>
                  <a:srgbClr val="7E007E"/>
                </a:solidFill>
              </a:rPr>
              <a:t>secu</a:t>
            </a:r>
            <a:r>
              <a:rPr spc="0" dirty="0">
                <a:solidFill>
                  <a:srgbClr val="7E007E"/>
                </a:solidFill>
              </a:rPr>
              <a:t>r</a:t>
            </a:r>
            <a:r>
              <a:rPr spc="-15" dirty="0">
                <a:solidFill>
                  <a:srgbClr val="7E007E"/>
                </a:solidFill>
              </a:rPr>
              <a:t>e</a:t>
            </a:r>
            <a:r>
              <a:rPr spc="-10" dirty="0">
                <a:solidFill>
                  <a:srgbClr val="7E007E"/>
                </a:solidFill>
              </a:rPr>
              <a:t>d-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dirty="0">
                <a:solidFill>
                  <a:srgbClr val="7E007E"/>
                </a:solidFill>
              </a:rPr>
              <a:t>n</a:t>
            </a:r>
            <a:r>
              <a:rPr spc="-15" dirty="0">
                <a:solidFill>
                  <a:srgbClr val="7E007E"/>
                </a:solidFill>
              </a:rPr>
              <a:t>nota</a:t>
            </a:r>
            <a:r>
              <a:rPr spc="-10" dirty="0">
                <a:solidFill>
                  <a:srgbClr val="7E007E"/>
                </a:solidFill>
              </a:rPr>
              <a:t>t</a:t>
            </a:r>
            <a:r>
              <a:rPr spc="-15" dirty="0">
                <a:solidFill>
                  <a:srgbClr val="7E007E"/>
                </a:solidFill>
              </a:rPr>
              <a:t>i</a:t>
            </a:r>
            <a:r>
              <a:rPr dirty="0">
                <a:solidFill>
                  <a:srgbClr val="7E007E"/>
                </a:solidFill>
              </a:rPr>
              <a:t>o</a:t>
            </a:r>
            <a:r>
              <a:rPr spc="-15" dirty="0">
                <a:solidFill>
                  <a:srgbClr val="7E007E"/>
                </a:solidFill>
              </a:rPr>
              <a:t>n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spc="-10" dirty="0"/>
              <a:t>="</a:t>
            </a:r>
            <a:r>
              <a:rPr dirty="0"/>
              <a:t>e</a:t>
            </a:r>
            <a:r>
              <a:rPr spc="-15" dirty="0"/>
              <a:t>nabl</a:t>
            </a:r>
            <a:r>
              <a:rPr spc="-10" dirty="0"/>
              <a:t>e</a:t>
            </a:r>
            <a:r>
              <a:rPr spc="-15" dirty="0"/>
              <a:t>d"</a:t>
            </a:r>
          </a:p>
          <a:p>
            <a:pPr marL="21844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sec: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-metho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An</a:t>
            </a:r>
            <a:r>
              <a:rPr spc="5" dirty="0"/>
              <a:t>n</a:t>
            </a:r>
            <a:r>
              <a:rPr dirty="0"/>
              <a:t>otat</a:t>
            </a:r>
            <a:r>
              <a:rPr spc="-2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dr</a:t>
            </a:r>
            <a:r>
              <a:rPr spc="-20" dirty="0"/>
              <a:t>i</a:t>
            </a:r>
            <a:r>
              <a:rPr spc="-80" dirty="0"/>
              <a:t>v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(</a:t>
            </a:r>
            <a:r>
              <a:rPr spc="-85" dirty="0"/>
              <a:t>v</a:t>
            </a:r>
            <a:r>
              <a:rPr dirty="0"/>
              <a:t>oting)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4055745" cy="232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60" dirty="0">
                <a:latin typeface="Tw Cen MT"/>
                <a:cs typeface="Tw Cen MT"/>
              </a:rPr>
              <a:t>v</a:t>
            </a:r>
            <a:r>
              <a:rPr sz="2900" dirty="0">
                <a:latin typeface="Tw Cen MT"/>
                <a:cs typeface="Tw Cen MT"/>
              </a:rPr>
              <a:t>oting</a:t>
            </a:r>
            <a:endParaRPr sz="2900">
              <a:latin typeface="Tw Cen MT"/>
              <a:cs typeface="Tw Cen MT"/>
            </a:endParaRPr>
          </a:p>
          <a:p>
            <a:pPr marL="256540">
              <a:lnSpc>
                <a:spcPct val="100000"/>
              </a:lnSpc>
              <a:spcBef>
                <a:spcPts val="67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Sec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re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dirty="0">
                <a:latin typeface="Courier New"/>
                <a:cs typeface="Courier New"/>
              </a:rPr>
              <a:t>{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"ROL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SER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latin typeface="Courier New"/>
                <a:cs typeface="Courier New"/>
              </a:rPr>
              <a:t>})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dirty="0">
                <a:latin typeface="Courier New"/>
                <a:cs typeface="Courier New"/>
              </a:rPr>
              <a:t> 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700" spc="30" dirty="0">
                <a:solidFill>
                  <a:srgbClr val="70685A"/>
                </a:solidFill>
                <a:latin typeface="Wingdings"/>
                <a:cs typeface="Wingdings"/>
              </a:rPr>
              <a:t></a:t>
            </a:r>
            <a:r>
              <a:rPr sz="1700" spc="3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1700" spc="12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w Cen MT"/>
                <a:cs typeface="Tw Cen MT"/>
              </a:rPr>
              <a:t>js</a:t>
            </a:r>
            <a:r>
              <a:rPr sz="2900" spc="-75" dirty="0">
                <a:latin typeface="Tw Cen MT"/>
                <a:cs typeface="Tw Cen MT"/>
              </a:rPr>
              <a:t>r</a:t>
            </a:r>
            <a:r>
              <a:rPr sz="2900" spc="5" dirty="0">
                <a:latin typeface="Tw Cen MT"/>
                <a:cs typeface="Tw Cen MT"/>
              </a:rPr>
              <a:t>-</a:t>
            </a:r>
            <a:r>
              <a:rPr sz="2900" dirty="0">
                <a:latin typeface="Tw Cen MT"/>
                <a:cs typeface="Tw Cen MT"/>
              </a:rPr>
              <a:t>250</a:t>
            </a:r>
            <a:endParaRPr sz="2900">
              <a:latin typeface="Tw Cen MT"/>
              <a:cs typeface="Tw Cen MT"/>
            </a:endParaRPr>
          </a:p>
          <a:p>
            <a:pPr marL="256540">
              <a:lnSpc>
                <a:spcPct val="100000"/>
              </a:lnSpc>
              <a:spcBef>
                <a:spcPts val="67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w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({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})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crea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e(Cu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usto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An</a:t>
            </a:r>
            <a:r>
              <a:rPr spc="5" dirty="0"/>
              <a:t>n</a:t>
            </a:r>
            <a:r>
              <a:rPr dirty="0"/>
              <a:t>otat</a:t>
            </a:r>
            <a:r>
              <a:rPr spc="-2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dr</a:t>
            </a:r>
            <a:r>
              <a:rPr spc="-20" dirty="0"/>
              <a:t>i</a:t>
            </a:r>
            <a:r>
              <a:rPr spc="-80" dirty="0"/>
              <a:t>v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(</a:t>
            </a:r>
            <a:r>
              <a:rPr spc="-135" dirty="0"/>
              <a:t>e</a:t>
            </a:r>
            <a:r>
              <a:rPr dirty="0"/>
              <a:t>xpression)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4" rIns="0" bIns="0" rtlCol="0">
            <a:spAutoFit/>
          </a:bodyPr>
          <a:lstStyle/>
          <a:p>
            <a:pPr marL="218440">
              <a:lnSpc>
                <a:spcPct val="100000"/>
              </a:lnSpc>
            </a:pPr>
            <a:r>
              <a:rPr sz="1750" spc="-20" dirty="0">
                <a:solidFill>
                  <a:srgbClr val="70685A"/>
                </a:solidFill>
                <a:latin typeface="Wingdings"/>
                <a:cs typeface="Wingdings"/>
              </a:rPr>
              <a:t></a:t>
            </a:r>
            <a:r>
              <a:rPr sz="1750" spc="-2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1750" spc="95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latin typeface="Tw Cen MT"/>
                <a:cs typeface="Tw Cen MT"/>
              </a:rPr>
              <a:t>1</a:t>
            </a:r>
            <a:endParaRPr sz="2900">
              <a:latin typeface="Tw Cen MT"/>
              <a:cs typeface="Tw Cen MT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Pre</a:t>
            </a:r>
            <a:r>
              <a:rPr b="1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utho</a:t>
            </a:r>
            <a:r>
              <a:rPr b="1" spc="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iz</a:t>
            </a: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pc="-10" dirty="0"/>
              <a:t>("</a:t>
            </a:r>
            <a:r>
              <a:rPr spc="-15" dirty="0"/>
              <a:t>h</a:t>
            </a:r>
            <a:r>
              <a:rPr dirty="0"/>
              <a:t>a</a:t>
            </a:r>
            <a:r>
              <a:rPr spc="-15" dirty="0"/>
              <a:t>sRol</a:t>
            </a:r>
            <a:r>
              <a:rPr spc="5" dirty="0"/>
              <a:t>e</a:t>
            </a:r>
            <a:r>
              <a:rPr spc="-15" dirty="0"/>
              <a:t>('RO</a:t>
            </a:r>
            <a:r>
              <a:rPr spc="-10" dirty="0"/>
              <a:t>L</a:t>
            </a:r>
            <a:r>
              <a:rPr spc="-15" dirty="0"/>
              <a:t>E</a:t>
            </a:r>
            <a:r>
              <a:rPr dirty="0"/>
              <a:t>_</a:t>
            </a:r>
            <a:r>
              <a:rPr spc="-15" dirty="0"/>
              <a:t>USER</a:t>
            </a:r>
            <a:r>
              <a:rPr spc="0" dirty="0"/>
              <a:t>'</a:t>
            </a:r>
            <a:r>
              <a:rPr spc="-15" dirty="0"/>
              <a:t>)</a:t>
            </a:r>
            <a:r>
              <a:rPr spc="-5" dirty="0"/>
              <a:t>"</a:t>
            </a:r>
            <a:r>
              <a:rPr spc="-10" dirty="0"/>
              <a:t>)</a:t>
            </a:r>
          </a:p>
          <a:p>
            <a:pPr marL="462280">
              <a:lnSpc>
                <a:spcPct val="100000"/>
              </a:lnSpc>
              <a:spcBef>
                <a:spcPts val="720"/>
              </a:spcBef>
            </a:pPr>
            <a:r>
              <a:rPr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pc="-15" dirty="0"/>
              <a:t>c</a:t>
            </a:r>
            <a:r>
              <a:rPr spc="-10" dirty="0"/>
              <a:t>r</a:t>
            </a:r>
            <a:r>
              <a:rPr spc="-15" dirty="0"/>
              <a:t>e</a:t>
            </a:r>
            <a:r>
              <a:rPr spc="-10" dirty="0"/>
              <a:t>a</a:t>
            </a:r>
            <a:r>
              <a:rPr dirty="0"/>
              <a:t>t</a:t>
            </a:r>
            <a:r>
              <a:rPr spc="-15" dirty="0"/>
              <a:t>e</a:t>
            </a:r>
            <a:r>
              <a:rPr spc="-10" dirty="0"/>
              <a:t>(</a:t>
            </a:r>
            <a:r>
              <a:rPr spc="-15" dirty="0"/>
              <a:t>C</a:t>
            </a:r>
            <a:r>
              <a:rPr spc="-10" dirty="0"/>
              <a:t>u</a:t>
            </a:r>
            <a:r>
              <a:rPr spc="-15" dirty="0"/>
              <a:t>s</a:t>
            </a:r>
            <a:r>
              <a:rPr spc="-10" dirty="0"/>
              <a:t>t</a:t>
            </a:r>
            <a:r>
              <a:rPr dirty="0"/>
              <a:t>o</a:t>
            </a:r>
            <a:r>
              <a:rPr spc="-15" dirty="0"/>
              <a:t>m</a:t>
            </a:r>
            <a:r>
              <a:rPr spc="-10" dirty="0"/>
              <a:t>er</a:t>
            </a:r>
            <a:r>
              <a:rPr dirty="0"/>
              <a:t> c</a:t>
            </a:r>
            <a:r>
              <a:rPr spc="-15" dirty="0"/>
              <a:t>u</a:t>
            </a:r>
            <a:r>
              <a:rPr spc="-10" dirty="0"/>
              <a:t>s</a:t>
            </a:r>
            <a:r>
              <a:rPr spc="-15" dirty="0"/>
              <a:t>t</a:t>
            </a:r>
            <a:r>
              <a:rPr spc="-10" dirty="0"/>
              <a:t>o</a:t>
            </a:r>
            <a:r>
              <a:rPr spc="-15" dirty="0"/>
              <a:t>m</a:t>
            </a:r>
            <a:r>
              <a:rPr spc="-10" dirty="0"/>
              <a:t>e</a:t>
            </a:r>
            <a:r>
              <a:rPr dirty="0"/>
              <a:t>r</a:t>
            </a:r>
            <a:r>
              <a:rPr spc="-15" dirty="0"/>
              <a:t>);</a:t>
            </a:r>
          </a:p>
          <a:p>
            <a:pPr marL="218440">
              <a:lnSpc>
                <a:spcPct val="100000"/>
              </a:lnSpc>
              <a:spcBef>
                <a:spcPts val="700"/>
              </a:spcBef>
            </a:pPr>
            <a:r>
              <a:rPr sz="1700" spc="30" dirty="0">
                <a:solidFill>
                  <a:srgbClr val="70685A"/>
                </a:solidFill>
                <a:latin typeface="Wingdings"/>
                <a:cs typeface="Wingdings"/>
              </a:rPr>
              <a:t></a:t>
            </a:r>
            <a:r>
              <a:rPr sz="1700" spc="3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1700" spc="12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latin typeface="Tw Cen MT"/>
                <a:cs typeface="Tw Cen MT"/>
              </a:rPr>
              <a:t>2</a:t>
            </a:r>
            <a:endParaRPr sz="2900">
              <a:latin typeface="Tw Cen MT"/>
              <a:cs typeface="Tw Cen MT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b="1" spc="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h</a:t>
            </a: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b="1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b="1" spc="-10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b="1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pc="-10" dirty="0"/>
              <a:t>("</a:t>
            </a:r>
            <a:r>
              <a:rPr spc="-15" dirty="0"/>
              <a:t>h</a:t>
            </a:r>
            <a:r>
              <a:rPr spc="0" dirty="0"/>
              <a:t>a</a:t>
            </a:r>
            <a:r>
              <a:rPr spc="-15" dirty="0"/>
              <a:t>s</a:t>
            </a:r>
            <a:r>
              <a:rPr spc="-10" dirty="0"/>
              <a:t>R</a:t>
            </a:r>
            <a:r>
              <a:rPr spc="-15" dirty="0"/>
              <a:t>o</a:t>
            </a:r>
            <a:r>
              <a:rPr spc="-10" dirty="0"/>
              <a:t>l</a:t>
            </a:r>
            <a:r>
              <a:rPr spc="5" dirty="0"/>
              <a:t>e</a:t>
            </a:r>
            <a:r>
              <a:rPr spc="-10" dirty="0"/>
              <a:t>(</a:t>
            </a:r>
            <a:r>
              <a:rPr spc="-15" dirty="0"/>
              <a:t>'</a:t>
            </a:r>
            <a:r>
              <a:rPr spc="-10" dirty="0"/>
              <a:t>R</a:t>
            </a:r>
            <a:r>
              <a:rPr spc="-15" dirty="0"/>
              <a:t>O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0" dirty="0"/>
              <a:t>_</a:t>
            </a:r>
            <a:r>
              <a:rPr spc="-15" dirty="0"/>
              <a:t>U</a:t>
            </a:r>
            <a:r>
              <a:rPr spc="-10" dirty="0"/>
              <a:t>S</a:t>
            </a:r>
            <a:r>
              <a:rPr spc="-15" dirty="0"/>
              <a:t>E</a:t>
            </a:r>
            <a:r>
              <a:rPr spc="-10" dirty="0"/>
              <a:t>R</a:t>
            </a:r>
            <a:r>
              <a:rPr dirty="0"/>
              <a:t>'</a:t>
            </a:r>
            <a:r>
              <a:rPr spc="-10" dirty="0"/>
              <a:t>)</a:t>
            </a:r>
            <a:r>
              <a:rPr dirty="0"/>
              <a:t> </a:t>
            </a:r>
            <a:r>
              <a:rPr spc="-15" dirty="0"/>
              <a:t>a</a:t>
            </a:r>
            <a:r>
              <a:rPr spc="-10" dirty="0"/>
              <a:t>nd</a:t>
            </a:r>
          </a:p>
          <a:p>
            <a:pPr marL="462280">
              <a:lnSpc>
                <a:spcPct val="100000"/>
              </a:lnSpc>
              <a:spcBef>
                <a:spcPts val="720"/>
              </a:spcBef>
            </a:pPr>
            <a:r>
              <a:rPr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pc="-15" dirty="0"/>
              <a:t>crea</a:t>
            </a:r>
            <a:r>
              <a:rPr spc="0" dirty="0"/>
              <a:t>t</a:t>
            </a:r>
            <a:r>
              <a:rPr spc="-15" dirty="0"/>
              <a:t>e(Cu</a:t>
            </a:r>
            <a:r>
              <a:rPr spc="-10" dirty="0"/>
              <a:t>s</a:t>
            </a:r>
            <a:r>
              <a:rPr spc="-15" dirty="0"/>
              <a:t>t</a:t>
            </a:r>
            <a:r>
              <a:rPr dirty="0"/>
              <a:t>o</a:t>
            </a:r>
            <a:r>
              <a:rPr spc="-15" dirty="0"/>
              <a:t>me</a:t>
            </a:r>
            <a:r>
              <a:rPr spc="-10" dirty="0"/>
              <a:t>r</a:t>
            </a:r>
            <a:r>
              <a:rPr spc="-5" dirty="0"/>
              <a:t> </a:t>
            </a:r>
            <a:r>
              <a:rPr spc="0" dirty="0"/>
              <a:t>c</a:t>
            </a:r>
            <a:r>
              <a:rPr spc="-15" dirty="0"/>
              <a:t>usto</a:t>
            </a:r>
            <a:r>
              <a:rPr spc="-10" dirty="0"/>
              <a:t>m</a:t>
            </a:r>
            <a:r>
              <a:rPr spc="-15" dirty="0"/>
              <a:t>e</a:t>
            </a:r>
            <a:r>
              <a:rPr dirty="0"/>
              <a:t>r</a:t>
            </a:r>
            <a:r>
              <a:rPr spc="-15" dirty="0"/>
              <a:t>);</a:t>
            </a:r>
          </a:p>
          <a:p>
            <a:pPr marL="218440">
              <a:lnSpc>
                <a:spcPct val="100000"/>
              </a:lnSpc>
              <a:spcBef>
                <a:spcPts val="700"/>
              </a:spcBef>
            </a:pPr>
            <a:r>
              <a:rPr sz="1700" spc="30" dirty="0">
                <a:solidFill>
                  <a:srgbClr val="70685A"/>
                </a:solidFill>
                <a:latin typeface="Wingdings"/>
                <a:cs typeface="Wingdings"/>
              </a:rPr>
              <a:t></a:t>
            </a:r>
            <a:r>
              <a:rPr sz="1700" spc="3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1700" spc="120" dirty="0">
                <a:solidFill>
                  <a:srgbClr val="70685A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latin typeface="Tw Cen MT"/>
                <a:cs typeface="Tw Cen MT"/>
              </a:rPr>
              <a:t>3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2060" y="3349878"/>
            <a:ext cx="283654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le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')"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5532" y="4546472"/>
            <a:ext cx="6623684" cy="60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dirty="0">
                <a:latin typeface="Courier New"/>
                <a:cs typeface="Courier New"/>
              </a:rPr>
              <a:t> 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XML</a:t>
            </a:r>
            <a:r>
              <a:rPr spc="-30" dirty="0"/>
              <a:t> </a:t>
            </a:r>
            <a:r>
              <a:rPr dirty="0"/>
              <a:t>dr</a:t>
            </a:r>
            <a:r>
              <a:rPr spc="-20" dirty="0"/>
              <a:t>i</a:t>
            </a:r>
            <a:r>
              <a:rPr spc="-80" dirty="0"/>
              <a:t>v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784479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&lt;bean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…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532" y="2287651"/>
            <a:ext cx="1123950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v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7729" y="2198405"/>
            <a:ext cx="6378575" cy="102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600"/>
              </a:lnSpc>
            </a:pP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387" y="3619880"/>
            <a:ext cx="6988809" cy="160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422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rg.t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aini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dirty="0">
                <a:latin typeface="Courier New"/>
                <a:cs typeface="Courier New"/>
              </a:rPr>
              <a:t>.</a:t>
            </a:r>
            <a:r>
              <a:rPr sz="1600" spc="-15" dirty="0">
                <a:latin typeface="Courier New"/>
                <a:cs typeface="Courier New"/>
              </a:rPr>
              <a:t>Acco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ntSe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ce.c</a:t>
            </a:r>
            <a:r>
              <a:rPr sz="1600" spc="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eate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oun</a:t>
            </a:r>
            <a:r>
              <a:rPr sz="1600" spc="5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5" dirty="0">
                <a:latin typeface="Courier New"/>
                <a:cs typeface="Courier New"/>
              </a:rPr>
              <a:t>ROLE</a:t>
            </a:r>
            <a:r>
              <a:rPr sz="1600" spc="-10" dirty="0">
                <a:latin typeface="Courier New"/>
                <a:cs typeface="Courier New"/>
              </a:rPr>
              <a:t>_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ER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dirty="0">
                <a:latin typeface="Courier New"/>
                <a:cs typeface="Courier New"/>
              </a:rPr>
              <a:t>.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v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25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*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_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IN</a:t>
            </a:r>
            <a:endParaRPr sz="1600">
              <a:latin typeface="Courier New"/>
              <a:cs typeface="Courier New"/>
            </a:endParaRPr>
          </a:p>
          <a:p>
            <a:pPr marR="5003800" algn="ctr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R="5124450" algn="ctr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XML</a:t>
            </a:r>
            <a:r>
              <a:rPr spc="-30" dirty="0"/>
              <a:t> </a:t>
            </a:r>
            <a:r>
              <a:rPr dirty="0"/>
              <a:t>dr</a:t>
            </a:r>
            <a:r>
              <a:rPr spc="-20" dirty="0"/>
              <a:t>i</a:t>
            </a:r>
            <a:r>
              <a:rPr spc="-80" dirty="0"/>
              <a:t>v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authorizat</a:t>
            </a:r>
            <a:r>
              <a:rPr spc="-3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7042" rIns="0" bIns="0" rtlCol="0">
            <a:spAutoFit/>
          </a:bodyPr>
          <a:lstStyle/>
          <a:p>
            <a:pPr marL="949960" marR="1716405" indent="-732155">
              <a:lnSpc>
                <a:spcPct val="136900"/>
              </a:lnSpc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bean </a:t>
            </a:r>
            <a:r>
              <a:rPr dirty="0">
                <a:solidFill>
                  <a:srgbClr val="7E007E"/>
                </a:solidFill>
              </a:rPr>
              <a:t>i</a:t>
            </a:r>
            <a:r>
              <a:rPr spc="-10" dirty="0">
                <a:solidFill>
                  <a:srgbClr val="7E007E"/>
                </a:solidFill>
              </a:rPr>
              <a:t>d</a:t>
            </a:r>
            <a:r>
              <a:rPr spc="-10" dirty="0"/>
              <a:t>="</a:t>
            </a:r>
            <a:r>
              <a:rPr spc="-15" dirty="0"/>
              <a:t>a</a:t>
            </a:r>
            <a:r>
              <a:rPr spc="0" dirty="0"/>
              <a:t>c</a:t>
            </a:r>
            <a:r>
              <a:rPr spc="-15" dirty="0"/>
              <a:t>c</a:t>
            </a:r>
            <a:r>
              <a:rPr spc="-10" dirty="0"/>
              <a:t>o</a:t>
            </a:r>
            <a:r>
              <a:rPr spc="-15" dirty="0"/>
              <a:t>u</a:t>
            </a:r>
            <a:r>
              <a:rPr spc="-10" dirty="0"/>
              <a:t>n</a:t>
            </a:r>
            <a:r>
              <a:rPr spc="-15" dirty="0"/>
              <a:t>t</a:t>
            </a:r>
            <a:r>
              <a:rPr spc="-10" dirty="0"/>
              <a:t>S</a:t>
            </a:r>
            <a:r>
              <a:rPr dirty="0"/>
              <a:t>e</a:t>
            </a:r>
            <a:r>
              <a:rPr spc="-15" dirty="0"/>
              <a:t>r</a:t>
            </a:r>
            <a:r>
              <a:rPr spc="-10" dirty="0"/>
              <a:t>v</a:t>
            </a:r>
            <a:r>
              <a:rPr spc="-15" dirty="0"/>
              <a:t>i</a:t>
            </a:r>
            <a:r>
              <a:rPr spc="-10" dirty="0"/>
              <a:t>c</a:t>
            </a:r>
            <a:r>
              <a:rPr spc="15" dirty="0"/>
              <a:t>e</a:t>
            </a:r>
            <a:r>
              <a:rPr spc="-10" dirty="0"/>
              <a:t>" 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l</a:t>
            </a:r>
            <a:r>
              <a:rPr spc="-10" dirty="0">
                <a:solidFill>
                  <a:srgbClr val="7E007E"/>
                </a:solidFill>
              </a:rPr>
              <a:t>a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/>
              <a:t>"</a:t>
            </a:r>
            <a:r>
              <a:rPr spc="-15" dirty="0"/>
              <a:t>o</a:t>
            </a:r>
            <a:r>
              <a:rPr spc="-10" dirty="0"/>
              <a:t>r</a:t>
            </a:r>
            <a:r>
              <a:rPr spc="-15" dirty="0"/>
              <a:t>g</a:t>
            </a:r>
            <a:r>
              <a:rPr spc="-10" dirty="0"/>
              <a:t>.</a:t>
            </a:r>
            <a:r>
              <a:rPr spc="-15" dirty="0"/>
              <a:t>t</a:t>
            </a:r>
            <a:r>
              <a:rPr spc="0" dirty="0"/>
              <a:t>r</a:t>
            </a:r>
            <a:r>
              <a:rPr spc="-15" dirty="0"/>
              <a:t>a</a:t>
            </a:r>
            <a:r>
              <a:rPr spc="-10" dirty="0"/>
              <a:t>i</a:t>
            </a:r>
            <a:r>
              <a:rPr spc="-15" dirty="0"/>
              <a:t>n</a:t>
            </a:r>
            <a:r>
              <a:rPr spc="-10" dirty="0"/>
              <a:t>i</a:t>
            </a:r>
            <a:r>
              <a:rPr dirty="0"/>
              <a:t>n</a:t>
            </a:r>
            <a:r>
              <a:rPr spc="-15" dirty="0"/>
              <a:t>g</a:t>
            </a:r>
            <a:r>
              <a:rPr spc="-10" dirty="0"/>
              <a:t>.</a:t>
            </a:r>
            <a:r>
              <a:rPr spc="-15" dirty="0"/>
              <a:t>A</a:t>
            </a:r>
            <a:r>
              <a:rPr spc="-10" dirty="0"/>
              <a:t>c</a:t>
            </a:r>
            <a:r>
              <a:rPr spc="-15" dirty="0"/>
              <a:t>c</a:t>
            </a:r>
            <a:r>
              <a:rPr spc="-10" dirty="0"/>
              <a:t>o</a:t>
            </a:r>
            <a:r>
              <a:rPr dirty="0"/>
              <a:t>u</a:t>
            </a:r>
            <a:r>
              <a:rPr spc="-15" dirty="0"/>
              <a:t>n</a:t>
            </a:r>
            <a:r>
              <a:rPr spc="-10" dirty="0"/>
              <a:t>t</a:t>
            </a:r>
            <a:r>
              <a:rPr spc="-15" dirty="0"/>
              <a:t>S</a:t>
            </a:r>
            <a:r>
              <a:rPr spc="-10" dirty="0"/>
              <a:t>e</a:t>
            </a:r>
            <a:r>
              <a:rPr dirty="0"/>
              <a:t>r</a:t>
            </a:r>
            <a:r>
              <a:rPr spc="-15" dirty="0"/>
              <a:t>v</a:t>
            </a:r>
            <a:r>
              <a:rPr spc="-10" dirty="0"/>
              <a:t>i</a:t>
            </a:r>
            <a:r>
              <a:rPr spc="-15" dirty="0"/>
              <a:t>c</a:t>
            </a:r>
            <a:r>
              <a:rPr spc="-10" dirty="0"/>
              <a:t>e</a:t>
            </a:r>
            <a:r>
              <a:rPr spc="-15" dirty="0"/>
              <a:t>I</a:t>
            </a:r>
            <a:r>
              <a:rPr spc="-10" dirty="0"/>
              <a:t>m</a:t>
            </a:r>
            <a:r>
              <a:rPr dirty="0"/>
              <a:t>p</a:t>
            </a:r>
            <a:r>
              <a:rPr spc="20" dirty="0"/>
              <a:t>l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0" dirty="0">
                <a:solidFill>
                  <a:srgbClr val="3E7E7E"/>
                </a:solidFill>
              </a:rPr>
              <a:t>sec</a:t>
            </a:r>
            <a:r>
              <a:rPr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70612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s</a:t>
            </a:r>
            <a:r>
              <a:rPr spc="0"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c</a:t>
            </a:r>
            <a:r>
              <a:rPr spc="-5"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spc="0"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c</a:t>
            </a:r>
            <a:r>
              <a:rPr spc="-10" dirty="0">
                <a:solidFill>
                  <a:srgbClr val="7E007E"/>
                </a:solidFill>
              </a:rPr>
              <a:t>e</a:t>
            </a:r>
            <a:r>
              <a:rPr spc="-15" dirty="0">
                <a:solidFill>
                  <a:srgbClr val="7E007E"/>
                </a:solidFill>
              </a:rPr>
              <a:t>s</a:t>
            </a:r>
            <a:r>
              <a:rPr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5" dirty="0"/>
              <a:t>"</a:t>
            </a:r>
            <a:r>
              <a:rPr spc="-10" dirty="0"/>
              <a:t>R</a:t>
            </a:r>
            <a:r>
              <a:rPr spc="-15" dirty="0"/>
              <a:t>O</a:t>
            </a:r>
            <a:r>
              <a:rPr spc="-10" dirty="0"/>
              <a:t>L</a:t>
            </a:r>
            <a:r>
              <a:rPr spc="-15" dirty="0"/>
              <a:t>E</a:t>
            </a:r>
            <a:r>
              <a:rPr spc="-10" dirty="0"/>
              <a:t>_</a:t>
            </a:r>
            <a:r>
              <a:rPr dirty="0"/>
              <a:t>U</a:t>
            </a:r>
            <a:r>
              <a:rPr spc="-15" dirty="0"/>
              <a:t>S</a:t>
            </a:r>
            <a:r>
              <a:rPr spc="-10" dirty="0"/>
              <a:t>E</a:t>
            </a:r>
            <a:r>
              <a:rPr spc="-15" dirty="0"/>
              <a:t>R</a:t>
            </a:r>
            <a:r>
              <a:rPr spc="-10" dirty="0"/>
              <a:t>"</a:t>
            </a:r>
            <a:r>
              <a:rPr spc="25" dirty="0"/>
              <a:t> </a:t>
            </a:r>
            <a:r>
              <a:rPr spc="-10" dirty="0">
                <a:solidFill>
                  <a:srgbClr val="7E007E"/>
                </a:solidFill>
              </a:rPr>
              <a:t>method</a:t>
            </a:r>
            <a:r>
              <a:rPr dirty="0"/>
              <a:t>=</a:t>
            </a:r>
            <a:r>
              <a:rPr spc="-10" dirty="0"/>
              <a:t>"</a:t>
            </a:r>
            <a:r>
              <a:rPr spc="-15" dirty="0"/>
              <a:t>c</a:t>
            </a:r>
            <a:r>
              <a:rPr spc="-10" dirty="0"/>
              <a:t>r</a:t>
            </a:r>
            <a:r>
              <a:rPr spc="-15" dirty="0"/>
              <a:t>e</a:t>
            </a:r>
            <a:r>
              <a:rPr spc="0" dirty="0"/>
              <a:t>a</a:t>
            </a:r>
            <a:r>
              <a:rPr spc="-15" dirty="0"/>
              <a:t>t</a:t>
            </a:r>
            <a:r>
              <a:rPr spc="-10" dirty="0"/>
              <a:t>e</a:t>
            </a:r>
            <a:r>
              <a:rPr spc="-15" dirty="0"/>
              <a:t>A</a:t>
            </a:r>
            <a:r>
              <a:rPr spc="-10" dirty="0"/>
              <a:t>c</a:t>
            </a:r>
            <a:r>
              <a:rPr spc="-15" dirty="0"/>
              <a:t>c</a:t>
            </a:r>
            <a:r>
              <a:rPr spc="-10" dirty="0"/>
              <a:t>o</a:t>
            </a:r>
            <a:r>
              <a:rPr dirty="0"/>
              <a:t>u</a:t>
            </a:r>
            <a:r>
              <a:rPr spc="-15" dirty="0"/>
              <a:t>n</a:t>
            </a:r>
            <a:r>
              <a:rPr spc="0" dirty="0"/>
              <a:t>t</a:t>
            </a:r>
            <a:r>
              <a:rPr spc="-10"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 marL="706120">
              <a:lnSpc>
                <a:spcPct val="100000"/>
              </a:lnSpc>
              <a:spcBef>
                <a:spcPts val="710"/>
              </a:spcBef>
            </a:pPr>
            <a:r>
              <a:rPr spc="-10" dirty="0">
                <a:solidFill>
                  <a:srgbClr val="008080"/>
                </a:solidFill>
              </a:rPr>
              <a:t>&lt;</a:t>
            </a:r>
            <a:r>
              <a:rPr spc="-15" dirty="0">
                <a:solidFill>
                  <a:srgbClr val="3E7E7E"/>
                </a:solidFill>
              </a:rPr>
              <a:t>s</a:t>
            </a:r>
            <a:r>
              <a:rPr dirty="0">
                <a:solidFill>
                  <a:srgbClr val="3E7E7E"/>
                </a:solidFill>
              </a:rPr>
              <a:t>e</a:t>
            </a:r>
            <a:r>
              <a:rPr spc="-15" dirty="0">
                <a:solidFill>
                  <a:srgbClr val="3E7E7E"/>
                </a:solidFill>
              </a:rPr>
              <a:t>c</a:t>
            </a:r>
            <a:r>
              <a:rPr spc="-10"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pr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tec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pc="-15" dirty="0">
                <a:solidFill>
                  <a:srgbClr val="7E007E"/>
                </a:solidFill>
              </a:rPr>
              <a:t>a</a:t>
            </a:r>
            <a:r>
              <a:rPr dirty="0">
                <a:solidFill>
                  <a:srgbClr val="7E007E"/>
                </a:solidFill>
              </a:rPr>
              <a:t>c</a:t>
            </a:r>
            <a:r>
              <a:rPr spc="-15" dirty="0">
                <a:solidFill>
                  <a:srgbClr val="7E007E"/>
                </a:solidFill>
              </a:rPr>
              <a:t>ces</a:t>
            </a:r>
            <a:r>
              <a:rPr spc="-5" dirty="0">
                <a:solidFill>
                  <a:srgbClr val="7E007E"/>
                </a:solidFill>
              </a:rPr>
              <a:t>s</a:t>
            </a:r>
            <a:r>
              <a:rPr dirty="0"/>
              <a:t>=</a:t>
            </a:r>
            <a:r>
              <a:rPr spc="-10" dirty="0"/>
              <a:t>"</a:t>
            </a:r>
            <a:r>
              <a:rPr spc="-15" dirty="0"/>
              <a:t>ROLE</a:t>
            </a:r>
            <a:r>
              <a:rPr spc="-10" dirty="0"/>
              <a:t>_</a:t>
            </a:r>
            <a:r>
              <a:rPr dirty="0"/>
              <a:t>A</a:t>
            </a:r>
            <a:r>
              <a:rPr spc="-15" dirty="0"/>
              <a:t>DMIN</a:t>
            </a:r>
            <a:r>
              <a:rPr spc="-10" dirty="0"/>
              <a:t>"</a:t>
            </a:r>
            <a:r>
              <a:rPr spc="20" dirty="0"/>
              <a:t> </a:t>
            </a:r>
            <a:r>
              <a:rPr spc="-10" dirty="0">
                <a:solidFill>
                  <a:srgbClr val="7E007E"/>
                </a:solidFill>
              </a:rPr>
              <a:t>metho</a:t>
            </a:r>
            <a:r>
              <a:rPr dirty="0">
                <a:solidFill>
                  <a:srgbClr val="7E007E"/>
                </a:solidFill>
              </a:rPr>
              <a:t>d</a:t>
            </a:r>
            <a:r>
              <a:rPr spc="-10" dirty="0"/>
              <a:t>=</a:t>
            </a:r>
            <a:r>
              <a:rPr spc="-15" dirty="0"/>
              <a:t>"de</a:t>
            </a:r>
            <a:r>
              <a:rPr dirty="0"/>
              <a:t>l</a:t>
            </a:r>
            <a:r>
              <a:rPr spc="-15" dirty="0"/>
              <a:t>ete*</a:t>
            </a:r>
            <a:r>
              <a:rPr spc="-5" dirty="0"/>
              <a:t>"</a:t>
            </a:r>
            <a:r>
              <a:rPr spc="-10" dirty="0">
                <a:solidFill>
                  <a:srgbClr val="008080"/>
                </a:solidFill>
              </a:rPr>
              <a:t>/&gt;</a:t>
            </a:r>
          </a:p>
          <a:p>
            <a:pPr marL="46228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5" dirty="0">
                <a:solidFill>
                  <a:srgbClr val="3E7E7E"/>
                </a:solidFill>
              </a:rPr>
              <a:t>s</a:t>
            </a:r>
            <a:r>
              <a:rPr spc="-10" dirty="0">
                <a:solidFill>
                  <a:srgbClr val="3E7E7E"/>
                </a:solidFill>
              </a:rPr>
              <a:t>e</a:t>
            </a:r>
            <a:r>
              <a:rPr dirty="0">
                <a:solidFill>
                  <a:srgbClr val="3E7E7E"/>
                </a:solidFill>
              </a:rPr>
              <a:t>c</a:t>
            </a:r>
            <a:r>
              <a:rPr spc="-5" dirty="0">
                <a:solidFill>
                  <a:srgbClr val="3E7E7E"/>
                </a:solidFill>
              </a:rPr>
              <a:t>: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t-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b="1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b="1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b="1" spc="-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  <a:p>
            <a:pPr marL="218440">
              <a:lnSpc>
                <a:spcPct val="100000"/>
              </a:lnSpc>
              <a:spcBef>
                <a:spcPts val="695"/>
              </a:spcBef>
            </a:pPr>
            <a:r>
              <a:rPr spc="-10" dirty="0">
                <a:solidFill>
                  <a:srgbClr val="008080"/>
                </a:solidFill>
              </a:rPr>
              <a:t>&lt;/</a:t>
            </a:r>
            <a:r>
              <a:rPr spc="-10" dirty="0">
                <a:solidFill>
                  <a:srgbClr val="3E7E7E"/>
                </a:solidFill>
              </a:rPr>
              <a:t>bean</a:t>
            </a:r>
            <a:r>
              <a:rPr spc="-10" dirty="0">
                <a:solidFill>
                  <a:srgbClr val="00808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6169406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Domain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Ob</a:t>
            </a:r>
            <a:r>
              <a:rPr sz="4400" spc="-15" dirty="0">
                <a:solidFill>
                  <a:srgbClr val="FFFFFF"/>
                </a:solidFill>
                <a:latin typeface="Tw Cen MT"/>
                <a:cs typeface="Tw Cen MT"/>
              </a:rPr>
              <a:t>j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ect</a:t>
            </a:r>
            <a:r>
              <a:rPr sz="4400" spc="-3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Security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80" dirty="0"/>
              <a:t>A</a:t>
            </a:r>
            <a:r>
              <a:rPr dirty="0"/>
              <a:t>CL DB s</a:t>
            </a:r>
            <a:r>
              <a:rPr spc="160" dirty="0"/>
              <a:t>c</a:t>
            </a:r>
            <a:r>
              <a:rPr dirty="0"/>
              <a:t>he</a:t>
            </a:r>
            <a:r>
              <a:rPr spc="5" dirty="0"/>
              <a:t>m</a:t>
            </a:r>
            <a:r>
              <a:rPr dirty="0"/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1600200"/>
            <a:ext cx="8229600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387" y="1625346"/>
            <a:ext cx="3761740" cy="205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2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CL_CL</a:t>
            </a:r>
            <a:r>
              <a:rPr sz="2900" spc="-10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SS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2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CL_</a:t>
            </a:r>
            <a:r>
              <a:rPr sz="2900" spc="-10" dirty="0">
                <a:latin typeface="Tw Cen MT"/>
                <a:cs typeface="Tw Cen MT"/>
              </a:rPr>
              <a:t>S</a:t>
            </a:r>
            <a:r>
              <a:rPr sz="2900" spc="-5" dirty="0">
                <a:latin typeface="Tw Cen MT"/>
                <a:cs typeface="Tw Cen MT"/>
              </a:rPr>
              <a:t>ID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2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CL_OBJECT_IDENTITY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2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CL_ENT</a:t>
            </a:r>
            <a:r>
              <a:rPr sz="2900" spc="-15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Y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cl</a:t>
            </a:r>
            <a:r>
              <a:rPr spc="-15" dirty="0"/>
              <a:t>a</a:t>
            </a:r>
            <a:r>
              <a:rPr dirty="0"/>
              <a:t>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686675" cy="305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Acl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Ac</a:t>
            </a:r>
            <a:r>
              <a:rPr sz="2900" spc="-10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essCont</a:t>
            </a:r>
            <a:r>
              <a:rPr sz="2900" spc="-6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olEntry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70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spc="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mission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Sid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O</a:t>
            </a: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spc="-5" dirty="0">
                <a:latin typeface="Tw Cen MT"/>
                <a:cs typeface="Tw Cen MT"/>
              </a:rPr>
              <a:t>jectIden</a:t>
            </a:r>
            <a:r>
              <a:rPr sz="2900" spc="1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ity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e</a:t>
            </a:r>
            <a:r>
              <a:rPr sz="2600" spc="5" dirty="0">
                <a:latin typeface="Tw Cen MT"/>
                <a:cs typeface="Tw Cen MT"/>
              </a:rPr>
              <a:t>p</a:t>
            </a:r>
            <a:r>
              <a:rPr sz="2600" dirty="0">
                <a:latin typeface="Tw Cen MT"/>
                <a:cs typeface="Tw Cen MT"/>
              </a:rPr>
              <a:t>resents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the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i</a:t>
            </a:r>
            <a:r>
              <a:rPr sz="2600" spc="5" dirty="0">
                <a:latin typeface="Tw Cen MT"/>
                <a:cs typeface="Tw Cen MT"/>
              </a:rPr>
              <a:t>d</a:t>
            </a:r>
            <a:r>
              <a:rPr sz="2600" dirty="0">
                <a:latin typeface="Tw Cen MT"/>
                <a:cs typeface="Tw Cen MT"/>
              </a:rPr>
              <a:t>ent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ty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of</a:t>
            </a:r>
            <a:r>
              <a:rPr sz="2600" spc="6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an</a:t>
            </a:r>
            <a:r>
              <a:rPr sz="2600" spc="-10" dirty="0">
                <a:latin typeface="Tw Cen MT"/>
                <a:cs typeface="Tw Cen MT"/>
              </a:rPr>
              <a:t> </a:t>
            </a:r>
            <a:r>
              <a:rPr sz="2600" spc="-5" dirty="0">
                <a:latin typeface="Tw Cen MT"/>
                <a:cs typeface="Tw Cen MT"/>
              </a:rPr>
              <a:t>ind</a:t>
            </a:r>
            <a:r>
              <a:rPr sz="2600" spc="10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vidu</a:t>
            </a:r>
            <a:r>
              <a:rPr sz="2600" spc="5" dirty="0">
                <a:latin typeface="Tw Cen MT"/>
                <a:cs typeface="Tw Cen MT"/>
              </a:rPr>
              <a:t>a</a:t>
            </a:r>
            <a:r>
              <a:rPr sz="2600" dirty="0">
                <a:latin typeface="Tw Cen MT"/>
                <a:cs typeface="Tw Cen MT"/>
              </a:rPr>
              <a:t>l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d</a:t>
            </a:r>
            <a:r>
              <a:rPr sz="2600" spc="5" dirty="0">
                <a:latin typeface="Tw Cen MT"/>
                <a:cs typeface="Tw Cen MT"/>
              </a:rPr>
              <a:t>o</a:t>
            </a:r>
            <a:r>
              <a:rPr sz="2600" dirty="0">
                <a:latin typeface="Tw Cen MT"/>
                <a:cs typeface="Tw Cen MT"/>
              </a:rPr>
              <a:t>ma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n</a:t>
            </a:r>
            <a:r>
              <a:rPr sz="2600" spc="-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5" dirty="0">
                <a:latin typeface="Tw Cen MT"/>
                <a:cs typeface="Tw Cen MT"/>
              </a:rPr>
              <a:t>b</a:t>
            </a:r>
            <a:r>
              <a:rPr sz="2600" spc="-5" dirty="0">
                <a:latin typeface="Tw Cen MT"/>
                <a:cs typeface="Tw Cen MT"/>
              </a:rPr>
              <a:t>j</a:t>
            </a:r>
            <a:r>
              <a:rPr sz="2600" spc="10" dirty="0">
                <a:latin typeface="Tw Cen MT"/>
                <a:cs typeface="Tw Cen MT"/>
              </a:rPr>
              <a:t>e</a:t>
            </a:r>
            <a:r>
              <a:rPr sz="2600" dirty="0">
                <a:latin typeface="Tw Cen MT"/>
                <a:cs typeface="Tw Cen MT"/>
              </a:rPr>
              <a:t>ct</a:t>
            </a:r>
            <a:endParaRPr sz="26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spc="-25" dirty="0"/>
              <a:t> </a:t>
            </a:r>
            <a:r>
              <a:rPr spc="-180" dirty="0"/>
              <a:t>A</a:t>
            </a:r>
            <a:r>
              <a:rPr dirty="0"/>
              <a:t>CL se</a:t>
            </a:r>
            <a:r>
              <a:rPr spc="170" dirty="0"/>
              <a:t>r</a:t>
            </a:r>
            <a:r>
              <a:rPr dirty="0"/>
              <a:t>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4994275" cy="2583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AclSe</a:t>
            </a:r>
            <a:r>
              <a:rPr sz="2900" spc="114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vice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Mu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ableAclSe</a:t>
            </a:r>
            <a:r>
              <a:rPr sz="2900" spc="9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vice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LookupSt</a:t>
            </a:r>
            <a:r>
              <a:rPr sz="2900" spc="-2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ate</a:t>
            </a:r>
            <a:r>
              <a:rPr sz="2900" spc="-60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y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O</a:t>
            </a: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spc="-5" dirty="0">
                <a:latin typeface="Tw Cen MT"/>
                <a:cs typeface="Tw Cen MT"/>
              </a:rPr>
              <a:t>jectIden</a:t>
            </a:r>
            <a:r>
              <a:rPr sz="2900" spc="1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ity</a:t>
            </a:r>
            <a:r>
              <a:rPr sz="2900" spc="-9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etrie</a:t>
            </a:r>
            <a:r>
              <a:rPr sz="2900" spc="-65" dirty="0">
                <a:latin typeface="Tw Cen MT"/>
                <a:cs typeface="Tw Cen MT"/>
              </a:rPr>
              <a:t>v</a:t>
            </a:r>
            <a:r>
              <a:rPr sz="2900" dirty="0">
                <a:latin typeface="Tw Cen MT"/>
                <a:cs typeface="Tw Cen MT"/>
              </a:rPr>
              <a:t>alSt</a:t>
            </a:r>
            <a:r>
              <a:rPr sz="2900" spc="-3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ate</a:t>
            </a:r>
            <a:r>
              <a:rPr sz="2900" spc="-60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y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Sid</a:t>
            </a:r>
            <a:r>
              <a:rPr sz="2900" spc="-8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et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spc="-5" dirty="0">
                <a:latin typeface="Tw Cen MT"/>
                <a:cs typeface="Tw Cen MT"/>
              </a:rPr>
              <a:t>ie</a:t>
            </a:r>
            <a:r>
              <a:rPr sz="2900" spc="-65" dirty="0">
                <a:latin typeface="Tw Cen MT"/>
                <a:cs typeface="Tw Cen MT"/>
              </a:rPr>
              <a:t>v</a:t>
            </a:r>
            <a:r>
              <a:rPr sz="2900" dirty="0">
                <a:latin typeface="Tw Cen MT"/>
                <a:cs typeface="Tw Cen MT"/>
              </a:rPr>
              <a:t>alSt</a:t>
            </a:r>
            <a:r>
              <a:rPr sz="2900" spc="-3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ate</a:t>
            </a:r>
            <a:r>
              <a:rPr sz="2900" spc="-7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y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60" dirty="0"/>
              <a:t>P</a:t>
            </a:r>
            <a:r>
              <a:rPr dirty="0"/>
              <a:t>e</a:t>
            </a:r>
            <a:r>
              <a:rPr spc="80" dirty="0"/>
              <a:t>r</a:t>
            </a:r>
            <a:r>
              <a:rPr dirty="0"/>
              <a:t>miss</a:t>
            </a:r>
            <a:r>
              <a:rPr spc="-20" dirty="0"/>
              <a:t>i</a:t>
            </a:r>
            <a:r>
              <a:rPr dirty="0"/>
              <a:t>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3135630" cy="335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pe</a:t>
            </a:r>
            <a:r>
              <a:rPr sz="2900" spc="6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missions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read</a:t>
            </a:r>
            <a:r>
              <a:rPr sz="2600" spc="-2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(1)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write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(2)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spc="-10" dirty="0">
                <a:latin typeface="Tw Cen MT"/>
                <a:cs typeface="Tw Cen MT"/>
              </a:rPr>
              <a:t>c</a:t>
            </a:r>
            <a:r>
              <a:rPr sz="2600" dirty="0">
                <a:latin typeface="Tw Cen MT"/>
                <a:cs typeface="Tw Cen MT"/>
              </a:rPr>
              <a:t>reate</a:t>
            </a:r>
            <a:r>
              <a:rPr sz="2600" spc="-2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(4)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de</a:t>
            </a:r>
            <a:r>
              <a:rPr sz="2600" spc="5" dirty="0">
                <a:latin typeface="Tw Cen MT"/>
                <a:cs typeface="Tw Cen MT"/>
              </a:rPr>
              <a:t>l</a:t>
            </a:r>
            <a:r>
              <a:rPr sz="2600" dirty="0">
                <a:latin typeface="Tw Cen MT"/>
                <a:cs typeface="Tw Cen MT"/>
              </a:rPr>
              <a:t>ete</a:t>
            </a:r>
            <a:r>
              <a:rPr sz="2600" spc="-4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(8)</a:t>
            </a:r>
            <a:endParaRPr sz="26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adm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nist</a:t>
            </a:r>
            <a:r>
              <a:rPr sz="2600" spc="-2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at</a:t>
            </a:r>
            <a:r>
              <a:rPr sz="2600" spc="5" dirty="0">
                <a:latin typeface="Tw Cen MT"/>
                <a:cs typeface="Tw Cen MT"/>
              </a:rPr>
              <a:t>i</a:t>
            </a:r>
            <a:r>
              <a:rPr sz="2600" dirty="0">
                <a:latin typeface="Tw Cen MT"/>
                <a:cs typeface="Tw Cen MT"/>
              </a:rPr>
              <a:t>on</a:t>
            </a:r>
            <a:r>
              <a:rPr sz="2600" spc="-4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(16)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0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us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om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pe</a:t>
            </a:r>
            <a:r>
              <a:rPr sz="2900" spc="6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missions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1523987"/>
            <a:ext cx="5562600" cy="4781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</a:t>
            </a:r>
            <a:r>
              <a:rPr spc="10" dirty="0"/>
              <a:t>n</a:t>
            </a:r>
            <a:r>
              <a:rPr dirty="0"/>
              <a:t>fi</a:t>
            </a:r>
            <a:r>
              <a:rPr spc="-15" dirty="0"/>
              <a:t>g</a:t>
            </a:r>
            <a:r>
              <a:rPr dirty="0"/>
              <a:t>u</a:t>
            </a:r>
            <a:r>
              <a:rPr spc="-5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(</a:t>
            </a:r>
            <a:r>
              <a:rPr spc="-85" dirty="0"/>
              <a:t>v</a:t>
            </a:r>
            <a:r>
              <a:rPr dirty="0"/>
              <a:t>oting)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7233920" cy="426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l-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metho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endParaRPr sz="1600">
              <a:latin typeface="Courier New"/>
              <a:cs typeface="Courier New"/>
            </a:endParaRPr>
          </a:p>
          <a:p>
            <a:pPr marL="256540" marR="739140">
              <a:lnSpc>
                <a:spcPts val="2620"/>
              </a:lnSpc>
              <a:spcBef>
                <a:spcPts val="200"/>
              </a:spcBef>
            </a:pP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5" dirty="0">
                <a:solidFill>
                  <a:srgbClr val="7E007E"/>
                </a:solidFill>
                <a:latin typeface="Courier New"/>
                <a:cs typeface="Courier New"/>
              </a:rPr>
              <a:t>n-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-metho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pro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ert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ecis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onVo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R="5492750" algn="ctr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ref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1"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ref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2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R="5370830" algn="ctr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@S</a:t>
            </a:r>
            <a:r>
              <a:rPr spc="15" dirty="0"/>
              <a:t>e</a:t>
            </a:r>
            <a:r>
              <a:rPr dirty="0"/>
              <a:t>cu</a:t>
            </a:r>
            <a:r>
              <a:rPr spc="-15" dirty="0"/>
              <a:t>r</a:t>
            </a:r>
            <a:r>
              <a:rPr dirty="0"/>
              <a:t>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585214"/>
            <a:ext cx="5284470" cy="1478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59259"/>
              <a:buFont typeface="Wingdings"/>
              <a:buChar char=""/>
              <a:tabLst>
                <a:tab pos="333375" algn="l"/>
              </a:tabLst>
            </a:pPr>
            <a:r>
              <a:rPr sz="2700" spc="-15" dirty="0">
                <a:latin typeface="Tw Cen MT"/>
                <a:cs typeface="Tw Cen MT"/>
              </a:rPr>
              <a:t>annotation</a:t>
            </a:r>
            <a:endParaRPr sz="27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500" spc="-5" dirty="0">
                <a:solidFill>
                  <a:srgbClr val="636363"/>
                </a:solidFill>
                <a:latin typeface="Courier New"/>
                <a:cs typeface="Courier New"/>
              </a:rPr>
              <a:t>@Secure</a:t>
            </a:r>
            <a:r>
              <a:rPr sz="1500" dirty="0">
                <a:solidFill>
                  <a:srgbClr val="636363"/>
                </a:solidFill>
                <a:latin typeface="Courier New"/>
                <a:cs typeface="Courier New"/>
              </a:rPr>
              <a:t>d</a:t>
            </a:r>
            <a:r>
              <a:rPr sz="1500" spc="-5" dirty="0">
                <a:latin typeface="Courier New"/>
                <a:cs typeface="Courier New"/>
              </a:rPr>
              <a:t>(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ACL_CUSTOMER_REA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publi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c </a:t>
            </a:r>
            <a:r>
              <a:rPr sz="1500" spc="-5" dirty="0">
                <a:latin typeface="Courier New"/>
                <a:cs typeface="Courier New"/>
              </a:rPr>
              <a:t>Custome</a:t>
            </a:r>
            <a:r>
              <a:rPr sz="1500" dirty="0">
                <a:latin typeface="Courier New"/>
                <a:cs typeface="Courier New"/>
              </a:rPr>
              <a:t>r </a:t>
            </a:r>
            <a:r>
              <a:rPr sz="1500" spc="-5" dirty="0">
                <a:latin typeface="Courier New"/>
                <a:cs typeface="Courier New"/>
              </a:rPr>
              <a:t>getProjectsByCustome</a:t>
            </a:r>
            <a:r>
              <a:rPr sz="1500" dirty="0">
                <a:latin typeface="Courier New"/>
                <a:cs typeface="Courier New"/>
              </a:rPr>
              <a:t>r</a:t>
            </a:r>
            <a:r>
              <a:rPr sz="1500" spc="-5" dirty="0">
                <a:latin typeface="Courier New"/>
                <a:cs typeface="Courier New"/>
              </a:rPr>
              <a:t>(</a:t>
            </a:r>
            <a:r>
              <a:rPr sz="1500" b="1" spc="-5" dirty="0">
                <a:latin typeface="Courier New"/>
                <a:cs typeface="Courier New"/>
              </a:rPr>
              <a:t>Customer</a:t>
            </a:r>
            <a:endParaRPr sz="15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320"/>
              </a:spcBef>
              <a:buClr>
                <a:srgbClr val="70685A"/>
              </a:buClr>
              <a:buSzPct val="59259"/>
              <a:buFont typeface="Wingdings"/>
              <a:buChar char=""/>
              <a:tabLst>
                <a:tab pos="333375" algn="l"/>
              </a:tabLst>
            </a:pPr>
            <a:r>
              <a:rPr sz="2700" spc="-60" dirty="0">
                <a:latin typeface="Tw Cen MT"/>
                <a:cs typeface="Tw Cen MT"/>
              </a:rPr>
              <a:t>v</a:t>
            </a:r>
            <a:r>
              <a:rPr sz="2700" spc="-15" dirty="0">
                <a:latin typeface="Tw Cen MT"/>
                <a:cs typeface="Tw Cen MT"/>
              </a:rPr>
              <a:t>ot</a:t>
            </a:r>
            <a:r>
              <a:rPr sz="2700" spc="-5" dirty="0">
                <a:latin typeface="Tw Cen MT"/>
                <a:cs typeface="Tw Cen MT"/>
              </a:rPr>
              <a:t>e</a:t>
            </a:r>
            <a:r>
              <a:rPr sz="2700" dirty="0">
                <a:latin typeface="Tw Cen MT"/>
                <a:cs typeface="Tw Cen MT"/>
              </a:rPr>
              <a:t>r</a:t>
            </a:r>
            <a:endParaRPr sz="27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4377" y="2364359"/>
            <a:ext cx="139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latin typeface="Courier New"/>
                <a:cs typeface="Courier New"/>
              </a:rPr>
              <a:t>customer</a:t>
            </a:r>
            <a:r>
              <a:rPr sz="1500" dirty="0">
                <a:latin typeface="Courier New"/>
                <a:cs typeface="Courier New"/>
              </a:rPr>
              <a:t>) </a:t>
            </a:r>
            <a:r>
              <a:rPr sz="1500" spc="-5" dirty="0">
                <a:latin typeface="Courier New"/>
                <a:cs typeface="Courier New"/>
              </a:rPr>
              <a:t>{}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3114166"/>
            <a:ext cx="7227570" cy="290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bea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n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id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"customerReadVote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r"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class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AclEntryVoter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2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constructor-ar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g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aclService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constructor-ar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g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value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ACL_CUSTOMER_REA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constructor-arg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array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114300" algn="ctr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util:constan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t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static-field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BasePermission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READ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array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30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constructor-ar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y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processDomainObjectClas</a:t>
            </a:r>
            <a:r>
              <a:rPr sz="1500" b="1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value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Customer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bea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</a:t>
            </a:r>
            <a:r>
              <a:rPr spc="10" dirty="0"/>
              <a:t>n</a:t>
            </a:r>
            <a:r>
              <a:rPr dirty="0"/>
              <a:t>fi</a:t>
            </a:r>
            <a:r>
              <a:rPr spc="-15" dirty="0"/>
              <a:t>g</a:t>
            </a:r>
            <a:r>
              <a:rPr dirty="0"/>
              <a:t>u</a:t>
            </a:r>
            <a:r>
              <a:rPr spc="-5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(</a:t>
            </a:r>
            <a:r>
              <a:rPr spc="-135" dirty="0"/>
              <a:t>e</a:t>
            </a:r>
            <a:r>
              <a:rPr dirty="0"/>
              <a:t>xpressions)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2031238"/>
            <a:ext cx="8089265" cy="393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l-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metho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pr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-pos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x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-5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x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-metho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2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x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R="727710" algn="ctr">
              <a:lnSpc>
                <a:spcPct val="100000"/>
              </a:lnSpc>
              <a:spcBef>
                <a:spcPts val="710"/>
              </a:spcBef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las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Defa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ltMe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hodS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rit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xpre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onHa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dle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3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clas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"…Acl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-arg</a:t>
            </a:r>
            <a:r>
              <a:rPr sz="1600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60" dirty="0"/>
              <a:t>P</a:t>
            </a:r>
            <a:r>
              <a:rPr dirty="0"/>
              <a:t>e</a:t>
            </a:r>
            <a:r>
              <a:rPr spc="80" dirty="0"/>
              <a:t>r</a:t>
            </a:r>
            <a:r>
              <a:rPr dirty="0"/>
              <a:t>miss</a:t>
            </a:r>
            <a:r>
              <a:rPr spc="-20" dirty="0"/>
              <a:t>i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e</a:t>
            </a:r>
            <a:r>
              <a:rPr spc="-75" dirty="0"/>
              <a:t>v</a:t>
            </a:r>
            <a:r>
              <a:rPr dirty="0"/>
              <a:t>alua</a:t>
            </a:r>
            <a:r>
              <a:rPr spc="-25" dirty="0"/>
              <a:t>t</a:t>
            </a:r>
            <a:r>
              <a:rPr dirty="0"/>
              <a:t>or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466852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or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532" y="2621407"/>
            <a:ext cx="8794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366" y="2621407"/>
            <a:ext cx="5401310" cy="93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1724025" marR="493395">
              <a:lnSpc>
                <a:spcPct val="136300"/>
              </a:lnSpc>
            </a:pPr>
            <a:r>
              <a:rPr sz="1600" b="1" spc="-10" dirty="0">
                <a:latin typeface="Courier New"/>
                <a:cs typeface="Courier New"/>
              </a:rPr>
              <a:t>Object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D</a:t>
            </a:r>
            <a:r>
              <a:rPr sz="1600" b="1" spc="-15" dirty="0">
                <a:latin typeface="Courier New"/>
                <a:cs typeface="Courier New"/>
              </a:rPr>
              <a:t>o</a:t>
            </a:r>
            <a:r>
              <a:rPr sz="1600" b="1" spc="-10" dirty="0">
                <a:latin typeface="Courier New"/>
                <a:cs typeface="Courier New"/>
              </a:rPr>
              <a:t>m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i</a:t>
            </a:r>
            <a:r>
              <a:rPr sz="1600" b="1" dirty="0">
                <a:latin typeface="Courier New"/>
                <a:cs typeface="Courier New"/>
              </a:rPr>
              <a:t>n</a:t>
            </a:r>
            <a:r>
              <a:rPr sz="1600" b="1" spc="-15" dirty="0">
                <a:latin typeface="Courier New"/>
                <a:cs typeface="Courier New"/>
              </a:rPr>
              <a:t>O</a:t>
            </a:r>
            <a:r>
              <a:rPr sz="1600" b="1" spc="-10" dirty="0">
                <a:latin typeface="Courier New"/>
                <a:cs typeface="Courier New"/>
              </a:rPr>
              <a:t>b</a:t>
            </a:r>
            <a:r>
              <a:rPr sz="1600" b="1" spc="-15" dirty="0">
                <a:latin typeface="Courier New"/>
                <a:cs typeface="Courier New"/>
              </a:rPr>
              <a:t>j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dirty="0">
                <a:latin typeface="Courier New"/>
                <a:cs typeface="Courier New"/>
              </a:rPr>
              <a:t>c</a:t>
            </a:r>
            <a:r>
              <a:rPr sz="1600" b="1" spc="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, Object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5532" y="3952113"/>
            <a:ext cx="8794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2366" y="3952113"/>
            <a:ext cx="5401310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1724025">
              <a:lnSpc>
                <a:spcPct val="100000"/>
              </a:lnSpc>
              <a:spcBef>
                <a:spcPts val="695"/>
              </a:spcBef>
            </a:pPr>
            <a:r>
              <a:rPr sz="1600" b="1" spc="-15" dirty="0">
                <a:latin typeface="Courier New"/>
                <a:cs typeface="Courier New"/>
              </a:rPr>
              <a:t>S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l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z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b</a:t>
            </a:r>
            <a:r>
              <a:rPr sz="1600" b="1" spc="-10" dirty="0">
                <a:latin typeface="Courier New"/>
                <a:cs typeface="Courier New"/>
              </a:rPr>
              <a:t>le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1724025" marR="1350010">
              <a:lnSpc>
                <a:spcPct val="136200"/>
              </a:lnSpc>
              <a:spcBef>
                <a:spcPts val="10"/>
              </a:spcBef>
            </a:pPr>
            <a:r>
              <a:rPr sz="1600" b="1" spc="-10" dirty="0">
                <a:latin typeface="Courier New"/>
                <a:cs typeface="Courier New"/>
              </a:rPr>
              <a:t>String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y</a:t>
            </a:r>
            <a:r>
              <a:rPr sz="1600" b="1" spc="-10" dirty="0">
                <a:latin typeface="Courier New"/>
                <a:cs typeface="Courier New"/>
              </a:rPr>
              <a:t>p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, Object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387" y="5282946"/>
            <a:ext cx="14732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@</a:t>
            </a:r>
            <a:r>
              <a:rPr dirty="0"/>
              <a:t>Pre</a:t>
            </a:r>
            <a:r>
              <a:rPr spc="10" dirty="0"/>
              <a:t>A</a:t>
            </a:r>
            <a:r>
              <a:rPr dirty="0"/>
              <a:t>uth</a:t>
            </a:r>
            <a:r>
              <a:rPr spc="-15" dirty="0"/>
              <a:t>o</a:t>
            </a:r>
            <a:r>
              <a:rPr dirty="0"/>
              <a:t>rize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08582"/>
            <a:ext cx="4789805" cy="2011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40" dirty="0">
                <a:latin typeface="Tw Cen MT"/>
                <a:cs typeface="Tw Cen MT"/>
              </a:rPr>
              <a:t>b</a:t>
            </a:r>
            <a:r>
              <a:rPr sz="2900" dirty="0">
                <a:latin typeface="Tw Cen MT"/>
                <a:cs typeface="Tw Cen MT"/>
              </a:rPr>
              <a:t>y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domain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object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PreA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hori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sz="1600" b="1" spc="-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has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ermi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sio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(#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usto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er,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40" dirty="0">
                <a:latin typeface="Tw Cen MT"/>
                <a:cs typeface="Tw Cen MT"/>
              </a:rPr>
              <a:t>b</a:t>
            </a:r>
            <a:r>
              <a:rPr sz="2900" dirty="0">
                <a:latin typeface="Tw Cen MT"/>
                <a:cs typeface="Tw Cen MT"/>
              </a:rPr>
              <a:t>y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iden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ifier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ze</a:t>
            </a:r>
            <a:r>
              <a:rPr sz="1600" spc="-10" dirty="0">
                <a:latin typeface="Courier New"/>
                <a:cs typeface="Courier New"/>
              </a:rPr>
              <a:t>(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78221" y="2153539"/>
            <a:ext cx="137033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'd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let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2675" y="3682365"/>
            <a:ext cx="1737995" cy="603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read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')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)"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4087" y="4970526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0" y="0"/>
                </a:moveTo>
                <a:lnTo>
                  <a:pt x="196596" y="0"/>
                </a:lnTo>
              </a:path>
            </a:pathLst>
          </a:custGeom>
          <a:ln w="11938">
            <a:solidFill>
              <a:srgbClr val="70685A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1387" y="3682365"/>
            <a:ext cx="5645150" cy="1462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has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ermi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sio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(#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 '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rg.t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ning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Cust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',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'o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',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d(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d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70685A"/>
              </a:buClr>
              <a:buSzPct val="58620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ha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dcode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0683" y="4966715"/>
            <a:ext cx="1531620" cy="0"/>
          </a:xfrm>
          <a:custGeom>
            <a:avLst/>
            <a:gdLst/>
            <a:ahLst/>
            <a:cxnLst/>
            <a:rect l="l" t="t" r="r" b="b"/>
            <a:pathLst>
              <a:path w="1531620">
                <a:moveTo>
                  <a:pt x="0" y="0"/>
                </a:moveTo>
                <a:lnTo>
                  <a:pt x="1531619" y="0"/>
                </a:lnTo>
              </a:path>
            </a:pathLst>
          </a:custGeom>
          <a:ln w="22606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1387" y="5212841"/>
            <a:ext cx="6257290" cy="60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PreA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hori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sz="1600" b="1" spc="-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"#cu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tome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.own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=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pri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pal.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void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@</a:t>
            </a:r>
            <a:r>
              <a:rPr dirty="0"/>
              <a:t>Pre</a:t>
            </a:r>
            <a:r>
              <a:rPr spc="10" dirty="0"/>
              <a:t>F</a:t>
            </a:r>
            <a:r>
              <a:rPr spc="-5" dirty="0"/>
              <a:t>il</a:t>
            </a:r>
            <a:r>
              <a:rPr spc="-20" dirty="0"/>
              <a:t>t</a:t>
            </a:r>
            <a:r>
              <a:rPr dirty="0"/>
              <a:t>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966709" cy="3662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spc="-5" dirty="0">
                <a:latin typeface="Tw Cen MT"/>
                <a:cs typeface="Tw Cen MT"/>
              </a:rPr>
              <a:t>ingl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spc="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pa</a:t>
            </a:r>
            <a:r>
              <a:rPr sz="2900" spc="-1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-10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eter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PreF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te</a:t>
            </a:r>
            <a:r>
              <a:rPr sz="1600" b="1" spc="-5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hasP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issi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filt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rObj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'r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ad')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f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s)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s;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0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ultiple pa</a:t>
            </a:r>
            <a:r>
              <a:rPr sz="2900" spc="-2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ameters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F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b="1" dirty="0">
                <a:latin typeface="Courier New"/>
                <a:cs typeface="Courier New"/>
              </a:rPr>
              <a:t>f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l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r</a:t>
            </a:r>
            <a:r>
              <a:rPr sz="1600" b="1" spc="-10" dirty="0">
                <a:latin typeface="Courier New"/>
                <a:cs typeface="Courier New"/>
              </a:rPr>
              <a:t>g</a:t>
            </a:r>
            <a:r>
              <a:rPr sz="1600" b="1" spc="-15" dirty="0">
                <a:latin typeface="Courier New"/>
                <a:cs typeface="Courier New"/>
              </a:rPr>
              <a:t>e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s"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latin typeface="Courier New"/>
                <a:cs typeface="Courier New"/>
              </a:rPr>
              <a:t>v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j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ic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v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d</a:t>
            </a:r>
            <a:r>
              <a:rPr sz="1600" b="1" spc="2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C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s,</a:t>
            </a:r>
            <a:r>
              <a:rPr sz="1600" dirty="0">
                <a:latin typeface="Courier New"/>
                <a:cs typeface="Courier New"/>
              </a:rPr>
              <a:t> 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st)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6017006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Ad</a:t>
            </a:r>
            <a:r>
              <a:rPr sz="4400" spc="-15" dirty="0">
                <a:solidFill>
                  <a:srgbClr val="FFFFFF"/>
                </a:solidFill>
                <a:latin typeface="Tw Cen MT"/>
                <a:cs typeface="Tw Cen MT"/>
              </a:rPr>
              <a:t>d</a:t>
            </a:r>
            <a:r>
              <a:rPr sz="4400" spc="-5" dirty="0">
                <a:solidFill>
                  <a:srgbClr val="FFFFFF"/>
                </a:solidFill>
                <a:latin typeface="Tw Cen MT"/>
                <a:cs typeface="Tw Cen MT"/>
              </a:rPr>
              <a:t>it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onal</a:t>
            </a:r>
            <a:r>
              <a:rPr lang="en-IN" sz="440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spc="-15" dirty="0">
                <a:solidFill>
                  <a:srgbClr val="FFFFFF"/>
                </a:solidFill>
                <a:latin typeface="Tw Cen MT"/>
                <a:cs typeface="Tw Cen MT"/>
              </a:rPr>
              <a:t>f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eatures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Ru</a:t>
            </a:r>
            <a:r>
              <a:rPr spc="10" dirty="0"/>
              <a:t>n</a:t>
            </a:r>
            <a:r>
              <a:rPr dirty="0"/>
              <a:t>AsMana</a:t>
            </a:r>
            <a:r>
              <a:rPr spc="-90" dirty="0"/>
              <a:t>g</a:t>
            </a:r>
            <a:r>
              <a:rPr dirty="0"/>
              <a:t>er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4910455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ew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y</a:t>
            </a:r>
            <a:r>
              <a:rPr sz="1600" b="1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3E3E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3EBE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3E3E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3EBE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3E3E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3E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3EBE"/>
                </a:solidFill>
                <a:latin typeface="Courier New"/>
                <a:cs typeface="Courier New"/>
              </a:rPr>
              <a:t>on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public</a:t>
            </a:r>
            <a:r>
              <a:rPr sz="1600" b="1" spc="1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0140" y="1622805"/>
            <a:ext cx="112458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.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2621407"/>
            <a:ext cx="7841615" cy="326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/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ns</a:t>
            </a:r>
            <a:r>
              <a:rPr sz="1600" spc="2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5FBE"/>
                </a:solidFill>
                <a:latin typeface="Courier New"/>
                <a:cs typeface="Courier New"/>
              </a:rPr>
              <a:t>on</a:t>
            </a:r>
            <a:r>
              <a:rPr sz="1600" b="1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ct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nt</a:t>
            </a:r>
            <a:endParaRPr sz="1600">
              <a:latin typeface="Courier New"/>
              <a:cs typeface="Courier New"/>
            </a:endParaRPr>
          </a:p>
          <a:p>
            <a:pPr marR="358775" algn="ctr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*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b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j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t,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or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n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ll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f</a:t>
            </a:r>
            <a:r>
              <a:rPr sz="1600" spc="4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t</a:t>
            </a:r>
            <a:r>
              <a:rPr sz="1600" spc="10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ot</a:t>
            </a:r>
            <a:r>
              <a:rPr sz="1600" spc="15" dirty="0">
                <a:solidFill>
                  <a:srgbClr val="3E5FB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q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5FB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3E5FBE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3E5FBE"/>
                </a:solidFill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u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h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c</a:t>
            </a:r>
            <a:r>
              <a:rPr sz="1600" b="1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o</a:t>
            </a:r>
            <a:r>
              <a:rPr sz="1600" b="1" spc="-10" dirty="0">
                <a:latin typeface="Courier New"/>
                <a:cs typeface="Courier New"/>
              </a:rPr>
              <a:t>n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(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u</a:t>
            </a:r>
            <a:r>
              <a:rPr sz="1600" b="1" spc="-15" dirty="0">
                <a:latin typeface="Courier New"/>
                <a:cs typeface="Courier New"/>
              </a:rPr>
              <a:t>t</a:t>
            </a:r>
            <a:r>
              <a:rPr sz="1600" b="1" spc="-10" dirty="0">
                <a:latin typeface="Courier New"/>
                <a:cs typeface="Courier New"/>
              </a:rPr>
              <a:t>h</a:t>
            </a:r>
            <a:r>
              <a:rPr sz="1600" b="1" dirty="0">
                <a:latin typeface="Courier New"/>
                <a:cs typeface="Courier New"/>
              </a:rPr>
              <a:t>e</a:t>
            </a:r>
            <a:r>
              <a:rPr sz="1600" b="1" spc="-15" dirty="0">
                <a:latin typeface="Courier New"/>
                <a:cs typeface="Courier New"/>
              </a:rPr>
              <a:t>n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c</a:t>
            </a:r>
            <a:r>
              <a:rPr sz="1600" b="1" spc="-15" dirty="0">
                <a:latin typeface="Courier New"/>
                <a:cs typeface="Courier New"/>
              </a:rPr>
              <a:t>a</a:t>
            </a:r>
            <a:r>
              <a:rPr sz="1600" b="1" spc="-10" dirty="0">
                <a:latin typeface="Courier New"/>
                <a:cs typeface="Courier New"/>
              </a:rPr>
              <a:t>t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15" dirty="0">
                <a:latin typeface="Courier New"/>
                <a:cs typeface="Courier New"/>
              </a:rPr>
              <a:t>o</a:t>
            </a:r>
            <a:r>
              <a:rPr sz="1600" b="1" spc="0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734695" algn="ctr">
              <a:lnSpc>
                <a:spcPct val="100000"/>
              </a:lnSpc>
              <a:spcBef>
                <a:spcPts val="710"/>
              </a:spcBef>
            </a:pPr>
            <a:r>
              <a:rPr sz="1600" spc="-15" dirty="0">
                <a:latin typeface="Courier New"/>
                <a:cs typeface="Courier New"/>
              </a:rPr>
              <a:t>Ob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spc="-15" dirty="0">
                <a:latin typeface="Courier New"/>
                <a:cs typeface="Courier New"/>
              </a:rPr>
              <a:t>ec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bjec</a:t>
            </a:r>
            <a:r>
              <a:rPr sz="1600" spc="-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  <a:p>
            <a:pPr marL="256540" indent="3176270">
              <a:lnSpc>
                <a:spcPct val="100000"/>
              </a:lnSpc>
              <a:spcBef>
                <a:spcPts val="695"/>
              </a:spcBef>
            </a:pP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0" dirty="0">
                <a:latin typeface="Courier New"/>
                <a:cs typeface="Courier New"/>
              </a:rPr>
              <a:t>f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att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4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5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te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dirty="0">
                <a:latin typeface="Courier New"/>
                <a:cs typeface="Courier New"/>
              </a:rPr>
              <a:t>te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14"/>
              </a:spcBef>
            </a:pPr>
            <a:endParaRPr sz="1700"/>
          </a:p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&lt;</a:t>
            </a:r>
            <a:r>
              <a:rPr sz="1600" spc="-10" dirty="0">
                <a:latin typeface="Courier New"/>
                <a:cs typeface="Courier New"/>
              </a:rPr>
              <a:t>?&gt;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z</a:t>
            </a:r>
            <a:r>
              <a:rPr sz="1600" spc="-5" dirty="0">
                <a:latin typeface="Courier New"/>
                <a:cs typeface="Courier New"/>
              </a:rPr>
              <a:t>z</a:t>
            </a:r>
            <a:r>
              <a:rPr sz="1600" spc="-10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Ru</a:t>
            </a:r>
            <a:r>
              <a:rPr spc="10" dirty="0"/>
              <a:t>n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configu</a:t>
            </a:r>
            <a:r>
              <a:rPr spc="-6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6134735" cy="2602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class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x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"ROLE_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5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las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RunA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Impl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uthe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cati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nPro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Ru</a:t>
            </a:r>
            <a:r>
              <a:rPr spc="10" dirty="0"/>
              <a:t>n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configu</a:t>
            </a:r>
            <a:r>
              <a:rPr spc="-6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600950" cy="266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m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5" dirty="0">
                <a:latin typeface="Tw Cen MT"/>
                <a:cs typeface="Tw Cen MT"/>
              </a:rPr>
              <a:t>g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c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t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g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oba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method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secu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ru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-as-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anag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er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-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runA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nage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-metho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2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inte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ceptor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be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n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pro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ert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unAs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anag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ref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runA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anag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After</a:t>
            </a:r>
            <a:r>
              <a:rPr spc="-20" dirty="0"/>
              <a:t> </a:t>
            </a:r>
            <a:r>
              <a:rPr spc="-5" dirty="0"/>
              <a:t>in</a:t>
            </a:r>
            <a:r>
              <a:rPr spc="-80" dirty="0"/>
              <a:t>v</a:t>
            </a:r>
            <a:r>
              <a:rPr dirty="0"/>
              <a:t>ocat</a:t>
            </a:r>
            <a:r>
              <a:rPr spc="-15" dirty="0"/>
              <a:t>i</a:t>
            </a:r>
            <a:r>
              <a:rPr dirty="0"/>
              <a:t>on</a:t>
            </a:r>
          </a:p>
        </p:txBody>
      </p:sp>
      <p:sp>
        <p:nvSpPr>
          <p:cNvPr id="3" name="object 3"/>
          <p:cNvSpPr/>
          <p:nvPr/>
        </p:nvSpPr>
        <p:spPr>
          <a:xfrm>
            <a:off x="1089469" y="2343276"/>
            <a:ext cx="7200900" cy="3009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se</a:t>
            </a:r>
            <a:r>
              <a:rPr spc="175" dirty="0"/>
              <a:t>r</a:t>
            </a:r>
            <a:r>
              <a:rPr dirty="0"/>
              <a:t>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596897"/>
            <a:ext cx="7799705" cy="437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3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n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f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300" b="1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300" b="1" spc="-20" dirty="0">
                <a:latin typeface="Courier New"/>
                <a:cs typeface="Courier New"/>
              </a:rPr>
              <a:t>A</a:t>
            </a:r>
            <a:r>
              <a:rPr sz="1300" b="1" spc="-15" dirty="0">
                <a:latin typeface="Courier New"/>
                <a:cs typeface="Courier New"/>
              </a:rPr>
              <a:t>f</a:t>
            </a:r>
            <a:r>
              <a:rPr sz="1300" b="1" spc="-20" dirty="0">
                <a:latin typeface="Courier New"/>
                <a:cs typeface="Courier New"/>
              </a:rPr>
              <a:t>t</a:t>
            </a:r>
            <a:r>
              <a:rPr sz="1300" b="1" spc="-15" dirty="0">
                <a:latin typeface="Courier New"/>
                <a:cs typeface="Courier New"/>
              </a:rPr>
              <a:t>e</a:t>
            </a:r>
            <a:r>
              <a:rPr sz="1300" b="1" spc="-10" dirty="0">
                <a:latin typeface="Courier New"/>
                <a:cs typeface="Courier New"/>
              </a:rPr>
              <a:t>r</a:t>
            </a:r>
            <a:r>
              <a:rPr sz="1300" b="1" spc="-20" dirty="0">
                <a:latin typeface="Courier New"/>
                <a:cs typeface="Courier New"/>
              </a:rPr>
              <a:t>I</a:t>
            </a:r>
            <a:r>
              <a:rPr sz="1300" b="1" spc="-15" dirty="0">
                <a:latin typeface="Courier New"/>
                <a:cs typeface="Courier New"/>
              </a:rPr>
              <a:t>n</a:t>
            </a:r>
            <a:r>
              <a:rPr sz="1300" b="1" spc="-20" dirty="0">
                <a:latin typeface="Courier New"/>
                <a:cs typeface="Courier New"/>
              </a:rPr>
              <a:t>v</a:t>
            </a:r>
            <a:r>
              <a:rPr sz="1300" b="1" spc="-15" dirty="0">
                <a:latin typeface="Courier New"/>
                <a:cs typeface="Courier New"/>
              </a:rPr>
              <a:t>o</a:t>
            </a:r>
            <a:r>
              <a:rPr sz="1300" b="1" spc="-10" dirty="0">
                <a:latin typeface="Courier New"/>
                <a:cs typeface="Courier New"/>
              </a:rPr>
              <a:t>c</a:t>
            </a:r>
            <a:r>
              <a:rPr sz="1300" b="1" spc="-20" dirty="0">
                <a:latin typeface="Courier New"/>
                <a:cs typeface="Courier New"/>
              </a:rPr>
              <a:t>a</a:t>
            </a:r>
            <a:r>
              <a:rPr sz="1300" b="1" spc="-15" dirty="0">
                <a:latin typeface="Courier New"/>
                <a:cs typeface="Courier New"/>
              </a:rPr>
              <a:t>t</a:t>
            </a:r>
            <a:r>
              <a:rPr sz="1300" b="1" spc="-20" dirty="0">
                <a:latin typeface="Courier New"/>
                <a:cs typeface="Courier New"/>
              </a:rPr>
              <a:t>i</a:t>
            </a:r>
            <a:r>
              <a:rPr sz="1300" b="1" spc="-15" dirty="0">
                <a:latin typeface="Courier New"/>
                <a:cs typeface="Courier New"/>
              </a:rPr>
              <a:t>o</a:t>
            </a:r>
            <a:r>
              <a:rPr sz="1300" b="1" spc="-10" dirty="0">
                <a:latin typeface="Courier New"/>
                <a:cs typeface="Courier New"/>
              </a:rPr>
              <a:t>n</a:t>
            </a:r>
            <a:r>
              <a:rPr sz="1300" b="1" spc="-20" dirty="0">
                <a:latin typeface="Courier New"/>
                <a:cs typeface="Courier New"/>
              </a:rPr>
              <a:t>M</a:t>
            </a:r>
            <a:r>
              <a:rPr sz="1300" b="1" spc="-15" dirty="0">
                <a:latin typeface="Courier New"/>
                <a:cs typeface="Courier New"/>
              </a:rPr>
              <a:t>a</a:t>
            </a:r>
            <a:r>
              <a:rPr sz="1300" b="1" spc="-20" dirty="0">
                <a:latin typeface="Courier New"/>
                <a:cs typeface="Courier New"/>
              </a:rPr>
              <a:t>n</a:t>
            </a:r>
            <a:r>
              <a:rPr sz="1300" b="1" spc="-15" dirty="0">
                <a:latin typeface="Courier New"/>
                <a:cs typeface="Courier New"/>
              </a:rPr>
              <a:t>a</a:t>
            </a:r>
            <a:r>
              <a:rPr sz="1300" b="1" spc="-10" dirty="0">
                <a:latin typeface="Courier New"/>
                <a:cs typeface="Courier New"/>
              </a:rPr>
              <a:t>g</a:t>
            </a:r>
            <a:r>
              <a:rPr sz="1300" b="1" spc="-20" dirty="0">
                <a:latin typeface="Courier New"/>
                <a:cs typeface="Courier New"/>
              </a:rPr>
              <a:t>e</a:t>
            </a:r>
            <a:r>
              <a:rPr sz="1300" b="1" spc="-10" dirty="0">
                <a:latin typeface="Courier New"/>
                <a:cs typeface="Courier New"/>
              </a:rPr>
              <a:t>r</a:t>
            </a:r>
            <a:r>
              <a:rPr sz="1300" b="1" spc="-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588770" marR="1772920" indent="-1377950">
              <a:lnSpc>
                <a:spcPts val="1960"/>
              </a:lnSpc>
              <a:spcBef>
                <a:spcPts val="114"/>
              </a:spcBef>
            </a:pP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20" dirty="0">
                <a:latin typeface="Courier New"/>
                <a:cs typeface="Courier New"/>
              </a:rPr>
              <a:t>j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ct </a:t>
            </a:r>
            <a:r>
              <a:rPr sz="1300" b="1" spc="-20" dirty="0">
                <a:latin typeface="Courier New"/>
                <a:cs typeface="Courier New"/>
              </a:rPr>
              <a:t>d</a:t>
            </a:r>
            <a:r>
              <a:rPr sz="1300" b="1" spc="-15" dirty="0">
                <a:latin typeface="Courier New"/>
                <a:cs typeface="Courier New"/>
              </a:rPr>
              <a:t>e</a:t>
            </a:r>
            <a:r>
              <a:rPr sz="1300" b="1" spc="-10" dirty="0">
                <a:latin typeface="Courier New"/>
                <a:cs typeface="Courier New"/>
              </a:rPr>
              <a:t>c</a:t>
            </a:r>
            <a:r>
              <a:rPr sz="1300" b="1" spc="-20" dirty="0">
                <a:latin typeface="Courier New"/>
                <a:cs typeface="Courier New"/>
              </a:rPr>
              <a:t>i</a:t>
            </a:r>
            <a:r>
              <a:rPr sz="1300" b="1" spc="-15" dirty="0">
                <a:latin typeface="Courier New"/>
                <a:cs typeface="Courier New"/>
              </a:rPr>
              <a:t>d</a:t>
            </a:r>
            <a:r>
              <a:rPr sz="1300" b="1" spc="-20" dirty="0">
                <a:latin typeface="Courier New"/>
                <a:cs typeface="Courier New"/>
              </a:rPr>
              <a:t>e</a:t>
            </a:r>
            <a:r>
              <a:rPr sz="1300" spc="-15" dirty="0">
                <a:latin typeface="Courier New"/>
                <a:cs typeface="Courier New"/>
              </a:rPr>
              <a:t>(</a:t>
            </a:r>
            <a:r>
              <a:rPr sz="1300" spc="-10" dirty="0">
                <a:latin typeface="Courier New"/>
                <a:cs typeface="Courier New"/>
              </a:rPr>
              <a:t>A</a:t>
            </a:r>
            <a:r>
              <a:rPr sz="1300" spc="-20" dirty="0">
                <a:latin typeface="Courier New"/>
                <a:cs typeface="Courier New"/>
              </a:rPr>
              <a:t>u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h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n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o</a:t>
            </a:r>
            <a:r>
              <a:rPr sz="1300" spc="-10" dirty="0">
                <a:latin typeface="Courier New"/>
                <a:cs typeface="Courier New"/>
              </a:rPr>
              <a:t>n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20" dirty="0">
                <a:latin typeface="Courier New"/>
                <a:cs typeface="Courier New"/>
              </a:rPr>
              <a:t>u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h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n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on</a:t>
            </a:r>
            <a:r>
              <a:rPr sz="1300" spc="-10" dirty="0">
                <a:latin typeface="Courier New"/>
                <a:cs typeface="Courier New"/>
              </a:rPr>
              <a:t>,</a:t>
            </a:r>
            <a:r>
              <a:rPr sz="130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20" dirty="0">
                <a:latin typeface="Courier New"/>
                <a:cs typeface="Courier New"/>
              </a:rPr>
              <a:t>j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ct 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10" dirty="0">
                <a:latin typeface="Courier New"/>
                <a:cs typeface="Courier New"/>
              </a:rPr>
              <a:t>j</a:t>
            </a:r>
            <a:r>
              <a:rPr sz="1300" spc="-20" dirty="0">
                <a:latin typeface="Courier New"/>
                <a:cs typeface="Courier New"/>
              </a:rPr>
              <a:t>e</a:t>
            </a:r>
            <a:r>
              <a:rPr sz="1300" spc="-15" dirty="0">
                <a:latin typeface="Courier New"/>
                <a:cs typeface="Courier New"/>
              </a:rPr>
              <a:t>ct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spc="-15" dirty="0">
                <a:latin typeface="Courier New"/>
                <a:cs typeface="Courier New"/>
              </a:rPr>
              <a:t>C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l</a:t>
            </a:r>
            <a:r>
              <a:rPr sz="1300" spc="-20" dirty="0">
                <a:latin typeface="Courier New"/>
                <a:cs typeface="Courier New"/>
              </a:rPr>
              <a:t>l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c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n</a:t>
            </a:r>
            <a:r>
              <a:rPr sz="1300" spc="-5" dirty="0">
                <a:latin typeface="Courier New"/>
                <a:cs typeface="Courier New"/>
              </a:rPr>
              <a:t>&lt;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o</a:t>
            </a:r>
            <a:r>
              <a:rPr sz="1300" spc="-20" dirty="0">
                <a:latin typeface="Courier New"/>
                <a:cs typeface="Courier New"/>
              </a:rPr>
              <a:t>n</a:t>
            </a:r>
            <a:r>
              <a:rPr sz="1300" spc="-15" dirty="0">
                <a:latin typeface="Courier New"/>
                <a:cs typeface="Courier New"/>
              </a:rPr>
              <a:t>f</a:t>
            </a:r>
            <a:r>
              <a:rPr sz="1300" spc="-10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g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10" dirty="0">
                <a:latin typeface="Courier New"/>
                <a:cs typeface="Courier New"/>
              </a:rPr>
              <a:t>r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20" dirty="0">
                <a:latin typeface="Courier New"/>
                <a:cs typeface="Courier New"/>
              </a:rPr>
              <a:t>u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5" dirty="0">
                <a:latin typeface="Courier New"/>
                <a:cs typeface="Courier New"/>
              </a:rPr>
              <a:t>e</a:t>
            </a:r>
            <a:r>
              <a:rPr sz="1300" spc="-10" dirty="0">
                <a:latin typeface="Courier New"/>
                <a:cs typeface="Courier New"/>
              </a:rPr>
              <a:t>&gt;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a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r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b</a:t>
            </a:r>
            <a:r>
              <a:rPr sz="1300" spc="-15" dirty="0">
                <a:latin typeface="Courier New"/>
                <a:cs typeface="Courier New"/>
              </a:rPr>
              <a:t>u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e</a:t>
            </a:r>
            <a:r>
              <a:rPr sz="1300" spc="-15" dirty="0">
                <a:latin typeface="Courier New"/>
                <a:cs typeface="Courier New"/>
              </a:rPr>
              <a:t>s,</a:t>
            </a:r>
            <a:endParaRPr sz="1300">
              <a:latin typeface="Courier New"/>
              <a:cs typeface="Courier New"/>
            </a:endParaRPr>
          </a:p>
          <a:p>
            <a:pPr marL="210820" indent="1377950">
              <a:lnSpc>
                <a:spcPct val="100000"/>
              </a:lnSpc>
              <a:spcBef>
                <a:spcPts val="250"/>
              </a:spcBef>
            </a:pPr>
            <a:r>
              <a:rPr sz="1300" spc="-15" dirty="0">
                <a:latin typeface="Courier New"/>
                <a:cs typeface="Courier New"/>
              </a:rPr>
              <a:t>O</a:t>
            </a:r>
            <a:r>
              <a:rPr sz="1300" spc="-20" dirty="0">
                <a:latin typeface="Courier New"/>
                <a:cs typeface="Courier New"/>
              </a:rPr>
              <a:t>b</a:t>
            </a:r>
            <a:r>
              <a:rPr sz="1300" spc="-15" dirty="0">
                <a:latin typeface="Courier New"/>
                <a:cs typeface="Courier New"/>
              </a:rPr>
              <a:t>j</a:t>
            </a:r>
            <a:r>
              <a:rPr sz="1300" spc="-20" dirty="0">
                <a:latin typeface="Courier New"/>
                <a:cs typeface="Courier New"/>
              </a:rPr>
              <a:t>e</a:t>
            </a:r>
            <a:r>
              <a:rPr sz="1300" spc="-15" dirty="0">
                <a:latin typeface="Courier New"/>
                <a:cs typeface="Courier New"/>
              </a:rPr>
              <a:t>c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b="1" spc="-15" dirty="0">
                <a:latin typeface="Courier New"/>
                <a:cs typeface="Courier New"/>
              </a:rPr>
              <a:t>r</a:t>
            </a:r>
            <a:r>
              <a:rPr sz="1300" b="1" spc="-20" dirty="0">
                <a:latin typeface="Courier New"/>
                <a:cs typeface="Courier New"/>
              </a:rPr>
              <a:t>e</a:t>
            </a:r>
            <a:r>
              <a:rPr sz="1300" b="1" spc="-15" dirty="0">
                <a:latin typeface="Courier New"/>
                <a:cs typeface="Courier New"/>
              </a:rPr>
              <a:t>t</a:t>
            </a:r>
            <a:r>
              <a:rPr sz="1300" b="1" spc="-10" dirty="0">
                <a:latin typeface="Courier New"/>
                <a:cs typeface="Courier New"/>
              </a:rPr>
              <a:t>u</a:t>
            </a:r>
            <a:r>
              <a:rPr sz="1300" b="1" spc="-20" dirty="0">
                <a:latin typeface="Courier New"/>
                <a:cs typeface="Courier New"/>
              </a:rPr>
              <a:t>r</a:t>
            </a:r>
            <a:r>
              <a:rPr sz="1300" b="1" spc="-15" dirty="0">
                <a:latin typeface="Courier New"/>
                <a:cs typeface="Courier New"/>
              </a:rPr>
              <a:t>n</a:t>
            </a:r>
            <a:r>
              <a:rPr sz="1300" b="1" spc="-20" dirty="0">
                <a:latin typeface="Courier New"/>
                <a:cs typeface="Courier New"/>
              </a:rPr>
              <a:t>e</a:t>
            </a:r>
            <a:r>
              <a:rPr sz="1300" b="1" spc="-15" dirty="0">
                <a:latin typeface="Courier New"/>
                <a:cs typeface="Courier New"/>
              </a:rPr>
              <a:t>d</a:t>
            </a:r>
            <a:r>
              <a:rPr sz="1300" b="1" spc="-10" dirty="0">
                <a:latin typeface="Courier New"/>
                <a:cs typeface="Courier New"/>
              </a:rPr>
              <a:t>O</a:t>
            </a:r>
            <a:r>
              <a:rPr sz="1300" b="1" spc="-20" dirty="0">
                <a:latin typeface="Courier New"/>
                <a:cs typeface="Courier New"/>
              </a:rPr>
              <a:t>b</a:t>
            </a:r>
            <a:r>
              <a:rPr sz="1300" b="1" spc="-15" dirty="0">
                <a:latin typeface="Courier New"/>
                <a:cs typeface="Courier New"/>
              </a:rPr>
              <a:t>j</a:t>
            </a:r>
            <a:r>
              <a:rPr sz="1300" b="1" spc="-20" dirty="0">
                <a:latin typeface="Courier New"/>
                <a:cs typeface="Courier New"/>
              </a:rPr>
              <a:t>e</a:t>
            </a:r>
            <a:r>
              <a:rPr sz="1300" b="1" spc="-15" dirty="0">
                <a:latin typeface="Courier New"/>
                <a:cs typeface="Courier New"/>
              </a:rPr>
              <a:t>c</a:t>
            </a:r>
            <a:r>
              <a:rPr sz="1300" b="1" spc="-5" dirty="0">
                <a:latin typeface="Courier New"/>
                <a:cs typeface="Courier New"/>
              </a:rPr>
              <a:t>t</a:t>
            </a:r>
            <a:r>
              <a:rPr sz="1300" spc="-10" dirty="0">
                <a:latin typeface="Courier New"/>
                <a:cs typeface="Courier New"/>
              </a:rPr>
              <a:t>) 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t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h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r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w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s 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c</a:t>
            </a:r>
            <a:r>
              <a:rPr sz="1300" spc="-20" dirty="0">
                <a:latin typeface="Courier New"/>
                <a:cs typeface="Courier New"/>
              </a:rPr>
              <a:t>e</a:t>
            </a:r>
            <a:r>
              <a:rPr sz="1300" spc="-15" dirty="0">
                <a:latin typeface="Courier New"/>
                <a:cs typeface="Courier New"/>
              </a:rPr>
              <a:t>s</a:t>
            </a:r>
            <a:r>
              <a:rPr sz="1300" spc="-10" dirty="0">
                <a:latin typeface="Courier New"/>
                <a:cs typeface="Courier New"/>
              </a:rPr>
              <a:t>s</a:t>
            </a:r>
            <a:r>
              <a:rPr sz="1300" spc="-20" dirty="0">
                <a:latin typeface="Courier New"/>
                <a:cs typeface="Courier New"/>
              </a:rPr>
              <a:t>D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20" dirty="0">
                <a:latin typeface="Courier New"/>
                <a:cs typeface="Courier New"/>
              </a:rPr>
              <a:t>n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10" dirty="0">
                <a:latin typeface="Courier New"/>
                <a:cs typeface="Courier New"/>
              </a:rPr>
              <a:t>e</a:t>
            </a:r>
            <a:r>
              <a:rPr sz="1300" spc="-20" dirty="0">
                <a:latin typeface="Courier New"/>
                <a:cs typeface="Courier New"/>
              </a:rPr>
              <a:t>d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2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c</a:t>
            </a:r>
            <a:r>
              <a:rPr sz="1300" spc="-10" dirty="0">
                <a:latin typeface="Courier New"/>
                <a:cs typeface="Courier New"/>
              </a:rPr>
              <a:t>e</a:t>
            </a:r>
            <a:r>
              <a:rPr sz="1300" spc="-20" dirty="0">
                <a:latin typeface="Courier New"/>
                <a:cs typeface="Courier New"/>
              </a:rPr>
              <a:t>p</a:t>
            </a:r>
            <a:r>
              <a:rPr sz="1300" spc="-15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o</a:t>
            </a:r>
            <a:r>
              <a:rPr sz="1300" dirty="0">
                <a:latin typeface="Courier New"/>
                <a:cs typeface="Courier New"/>
              </a:rPr>
              <a:t>n</a:t>
            </a:r>
            <a:r>
              <a:rPr sz="1300" spc="-10" dirty="0"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ts val="800"/>
              </a:lnSpc>
              <a:spcBef>
                <a:spcPts val="48"/>
              </a:spcBef>
            </a:pPr>
            <a:endParaRPr sz="800"/>
          </a:p>
          <a:p>
            <a:pPr>
              <a:lnSpc>
                <a:spcPts val="1300"/>
              </a:lnSpc>
            </a:pPr>
            <a:endParaRPr sz="1300"/>
          </a:p>
          <a:p>
            <a:pPr marL="210820">
              <a:lnSpc>
                <a:spcPct val="100000"/>
              </a:lnSpc>
            </a:pP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n </a:t>
            </a:r>
            <a:r>
              <a:rPr sz="1300" spc="-15" dirty="0">
                <a:latin typeface="Courier New"/>
                <a:cs typeface="Courier New"/>
              </a:rPr>
              <a:t>s</a:t>
            </a:r>
            <a:r>
              <a:rPr sz="1300" spc="-10" dirty="0">
                <a:latin typeface="Courier New"/>
                <a:cs typeface="Courier New"/>
              </a:rPr>
              <a:t>u</a:t>
            </a:r>
            <a:r>
              <a:rPr sz="1300" spc="-20" dirty="0">
                <a:latin typeface="Courier New"/>
                <a:cs typeface="Courier New"/>
              </a:rPr>
              <a:t>p</a:t>
            </a:r>
            <a:r>
              <a:rPr sz="1300" spc="-15" dirty="0">
                <a:latin typeface="Courier New"/>
                <a:cs typeface="Courier New"/>
              </a:rPr>
              <a:t>p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r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s</a:t>
            </a:r>
            <a:r>
              <a:rPr sz="1300" spc="-10" dirty="0">
                <a:latin typeface="Courier New"/>
                <a:cs typeface="Courier New"/>
              </a:rPr>
              <a:t>(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o</a:t>
            </a:r>
            <a:r>
              <a:rPr sz="1300" spc="-10" dirty="0">
                <a:latin typeface="Courier New"/>
                <a:cs typeface="Courier New"/>
              </a:rPr>
              <a:t>n</a:t>
            </a:r>
            <a:r>
              <a:rPr sz="1300" spc="-20" dirty="0">
                <a:latin typeface="Courier New"/>
                <a:cs typeface="Courier New"/>
              </a:rPr>
              <a:t>f</a:t>
            </a:r>
            <a:r>
              <a:rPr sz="1300" spc="-15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g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r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10" dirty="0">
                <a:latin typeface="Courier New"/>
                <a:cs typeface="Courier New"/>
              </a:rPr>
              <a:t>u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0" dirty="0">
                <a:latin typeface="Courier New"/>
                <a:cs typeface="Courier New"/>
              </a:rPr>
              <a:t>e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r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spc="-15" dirty="0">
                <a:latin typeface="Courier New"/>
                <a:cs typeface="Courier New"/>
              </a:rPr>
              <a:t>b</a:t>
            </a:r>
            <a:r>
              <a:rPr sz="1300" spc="-10" dirty="0">
                <a:latin typeface="Courier New"/>
                <a:cs typeface="Courier New"/>
              </a:rPr>
              <a:t>u</a:t>
            </a:r>
            <a:r>
              <a:rPr sz="1300" spc="-20" dirty="0">
                <a:latin typeface="Courier New"/>
                <a:cs typeface="Courier New"/>
              </a:rPr>
              <a:t>t</a:t>
            </a:r>
            <a:r>
              <a:rPr sz="1300" spc="-15" dirty="0">
                <a:latin typeface="Courier New"/>
                <a:cs typeface="Courier New"/>
              </a:rPr>
              <a:t>e</a:t>
            </a:r>
            <a:r>
              <a:rPr sz="1300" spc="-20" dirty="0">
                <a:latin typeface="Courier New"/>
                <a:cs typeface="Courier New"/>
              </a:rPr>
              <a:t>)</a:t>
            </a:r>
            <a:r>
              <a:rPr sz="1300" spc="-10" dirty="0"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 marL="210820">
              <a:lnSpc>
                <a:spcPct val="100000"/>
              </a:lnSpc>
              <a:spcBef>
                <a:spcPts val="384"/>
              </a:spcBef>
            </a:pP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o</a:t>
            </a:r>
            <a:r>
              <a:rPr sz="1300" b="1" spc="-15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300" b="1" spc="-20" dirty="0">
                <a:solidFill>
                  <a:srgbClr val="7E0054"/>
                </a:solidFill>
                <a:latin typeface="Courier New"/>
                <a:cs typeface="Courier New"/>
              </a:rPr>
              <a:t>a</a:t>
            </a:r>
            <a:r>
              <a:rPr sz="1300" b="1" spc="-10" dirty="0">
                <a:solidFill>
                  <a:srgbClr val="7E0054"/>
                </a:solidFill>
                <a:latin typeface="Courier New"/>
                <a:cs typeface="Courier New"/>
              </a:rPr>
              <a:t>n </a:t>
            </a:r>
            <a:r>
              <a:rPr sz="1300" spc="-15" dirty="0">
                <a:latin typeface="Courier New"/>
                <a:cs typeface="Courier New"/>
              </a:rPr>
              <a:t>s</a:t>
            </a:r>
            <a:r>
              <a:rPr sz="1300" spc="-10" dirty="0">
                <a:latin typeface="Courier New"/>
                <a:cs typeface="Courier New"/>
              </a:rPr>
              <a:t>u</a:t>
            </a:r>
            <a:r>
              <a:rPr sz="1300" spc="-20" dirty="0">
                <a:latin typeface="Courier New"/>
                <a:cs typeface="Courier New"/>
              </a:rPr>
              <a:t>p</a:t>
            </a:r>
            <a:r>
              <a:rPr sz="1300" spc="-15" dirty="0">
                <a:latin typeface="Courier New"/>
                <a:cs typeface="Courier New"/>
              </a:rPr>
              <a:t>p</a:t>
            </a:r>
            <a:r>
              <a:rPr sz="1300" spc="-20" dirty="0">
                <a:latin typeface="Courier New"/>
                <a:cs typeface="Courier New"/>
              </a:rPr>
              <a:t>o</a:t>
            </a:r>
            <a:r>
              <a:rPr sz="1300" spc="-15" dirty="0">
                <a:latin typeface="Courier New"/>
                <a:cs typeface="Courier New"/>
              </a:rPr>
              <a:t>r</a:t>
            </a:r>
            <a:r>
              <a:rPr sz="1300" spc="-10" dirty="0">
                <a:latin typeface="Courier New"/>
                <a:cs typeface="Courier New"/>
              </a:rPr>
              <a:t>t</a:t>
            </a:r>
            <a:r>
              <a:rPr sz="1300" spc="-20" dirty="0">
                <a:latin typeface="Courier New"/>
                <a:cs typeface="Courier New"/>
              </a:rPr>
              <a:t>s</a:t>
            </a:r>
            <a:r>
              <a:rPr sz="1300" spc="-15" dirty="0">
                <a:latin typeface="Courier New"/>
                <a:cs typeface="Courier New"/>
              </a:rPr>
              <a:t>(</a:t>
            </a:r>
            <a:r>
              <a:rPr sz="1300" spc="-20" dirty="0">
                <a:latin typeface="Courier New"/>
                <a:cs typeface="Courier New"/>
              </a:rPr>
              <a:t>C</a:t>
            </a:r>
            <a:r>
              <a:rPr sz="1300" spc="-15" dirty="0">
                <a:latin typeface="Courier New"/>
                <a:cs typeface="Courier New"/>
              </a:rPr>
              <a:t>l</a:t>
            </a:r>
            <a:r>
              <a:rPr sz="1300" spc="-10" dirty="0">
                <a:latin typeface="Courier New"/>
                <a:cs typeface="Courier New"/>
              </a:rPr>
              <a:t>a</a:t>
            </a:r>
            <a:r>
              <a:rPr sz="1300" spc="-20" dirty="0">
                <a:latin typeface="Courier New"/>
                <a:cs typeface="Courier New"/>
              </a:rPr>
              <a:t>s</a:t>
            </a:r>
            <a:r>
              <a:rPr sz="1300" spc="-15" dirty="0">
                <a:latin typeface="Courier New"/>
                <a:cs typeface="Courier New"/>
              </a:rPr>
              <a:t>s</a:t>
            </a:r>
            <a:r>
              <a:rPr sz="1300" spc="-20" dirty="0">
                <a:latin typeface="Courier New"/>
                <a:cs typeface="Courier New"/>
              </a:rPr>
              <a:t>&lt;</a:t>
            </a:r>
            <a:r>
              <a:rPr sz="1300" spc="-15" dirty="0">
                <a:latin typeface="Courier New"/>
                <a:cs typeface="Courier New"/>
              </a:rPr>
              <a:t>?</a:t>
            </a:r>
            <a:r>
              <a:rPr sz="1300" spc="-10" dirty="0">
                <a:latin typeface="Courier New"/>
                <a:cs typeface="Courier New"/>
              </a:rPr>
              <a:t>&gt;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15" dirty="0">
                <a:latin typeface="Courier New"/>
                <a:cs typeface="Courier New"/>
              </a:rPr>
              <a:t>c</a:t>
            </a:r>
            <a:r>
              <a:rPr sz="1300" spc="-20" dirty="0">
                <a:latin typeface="Courier New"/>
                <a:cs typeface="Courier New"/>
              </a:rPr>
              <a:t>l</a:t>
            </a:r>
            <a:r>
              <a:rPr sz="1300" spc="-15" dirty="0">
                <a:latin typeface="Courier New"/>
                <a:cs typeface="Courier New"/>
              </a:rPr>
              <a:t>a</a:t>
            </a:r>
            <a:r>
              <a:rPr sz="1300" spc="-10" dirty="0">
                <a:latin typeface="Courier New"/>
                <a:cs typeface="Courier New"/>
              </a:rPr>
              <a:t>z</a:t>
            </a:r>
            <a:r>
              <a:rPr sz="1300" spc="-20" dirty="0">
                <a:latin typeface="Courier New"/>
                <a:cs typeface="Courier New"/>
              </a:rPr>
              <a:t>z</a:t>
            </a:r>
            <a:r>
              <a:rPr sz="1300" spc="-10" dirty="0"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300" spc="-1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ts val="1150"/>
              </a:lnSpc>
              <a:spcBef>
                <a:spcPts val="27"/>
              </a:spcBef>
            </a:pPr>
            <a:endParaRPr sz="1150"/>
          </a:p>
          <a:p>
            <a:pPr>
              <a:lnSpc>
                <a:spcPts val="1300"/>
              </a:lnSpc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publi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c 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interfac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e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AfterInvocationProvide</a:t>
            </a:r>
            <a:r>
              <a:rPr sz="1500" b="1" dirty="0">
                <a:latin typeface="Courier New"/>
                <a:cs typeface="Courier New"/>
              </a:rPr>
              <a:t>r {</a:t>
            </a:r>
            <a:endParaRPr sz="1500">
              <a:latin typeface="Courier New"/>
              <a:cs typeface="Courier New"/>
            </a:endParaRPr>
          </a:p>
          <a:p>
            <a:pPr marL="1841500" marR="806450" indent="-1600835">
              <a:lnSpc>
                <a:spcPct val="118700"/>
              </a:lnSpc>
            </a:pPr>
            <a:r>
              <a:rPr sz="1500" spc="-5" dirty="0">
                <a:latin typeface="Courier New"/>
                <a:cs typeface="Courier New"/>
              </a:rPr>
              <a:t>Objec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b="1" spc="-5" dirty="0">
                <a:latin typeface="Courier New"/>
                <a:cs typeface="Courier New"/>
              </a:rPr>
              <a:t>decide</a:t>
            </a:r>
            <a:r>
              <a:rPr sz="1500" spc="-5" dirty="0">
                <a:latin typeface="Courier New"/>
                <a:cs typeface="Courier New"/>
              </a:rPr>
              <a:t>(Authenticatio</a:t>
            </a:r>
            <a:r>
              <a:rPr sz="1500" dirty="0">
                <a:latin typeface="Courier New"/>
                <a:cs typeface="Courier New"/>
              </a:rPr>
              <a:t>n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authenticatio</a:t>
            </a:r>
            <a:r>
              <a:rPr sz="1500" dirty="0">
                <a:latin typeface="Courier New"/>
                <a:cs typeface="Courier New"/>
              </a:rPr>
              <a:t>n,</a:t>
            </a:r>
            <a:r>
              <a:rPr sz="1500" spc="-5" dirty="0">
                <a:latin typeface="Courier New"/>
                <a:cs typeface="Courier New"/>
              </a:rPr>
              <a:t> Objec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spc="-5" dirty="0">
                <a:latin typeface="Courier New"/>
                <a:cs typeface="Courier New"/>
              </a:rPr>
              <a:t>object</a:t>
            </a:r>
            <a:r>
              <a:rPr sz="1500" dirty="0">
                <a:latin typeface="Courier New"/>
                <a:cs typeface="Courier New"/>
              </a:rPr>
              <a:t>, </a:t>
            </a:r>
            <a:r>
              <a:rPr sz="1500" spc="-5" dirty="0">
                <a:latin typeface="Courier New"/>
                <a:cs typeface="Courier New"/>
              </a:rPr>
              <a:t>Collection</a:t>
            </a:r>
            <a:r>
              <a:rPr sz="1500" dirty="0">
                <a:latin typeface="Courier New"/>
                <a:cs typeface="Courier New"/>
              </a:rPr>
              <a:t>&lt;</a:t>
            </a:r>
            <a:r>
              <a:rPr sz="1500" spc="-5" dirty="0">
                <a:latin typeface="Courier New"/>
                <a:cs typeface="Courier New"/>
              </a:rPr>
              <a:t>ConfigAttribut</a:t>
            </a:r>
            <a:r>
              <a:rPr sz="1500" dirty="0">
                <a:latin typeface="Courier New"/>
                <a:cs typeface="Courier New"/>
              </a:rPr>
              <a:t>e&gt;</a:t>
            </a:r>
            <a:r>
              <a:rPr sz="1500" spc="-5" dirty="0">
                <a:latin typeface="Courier New"/>
                <a:cs typeface="Courier New"/>
              </a:rPr>
              <a:t> attributes,</a:t>
            </a:r>
            <a:endParaRPr sz="1500">
              <a:latin typeface="Courier New"/>
              <a:cs typeface="Courier New"/>
            </a:endParaRPr>
          </a:p>
          <a:p>
            <a:pPr marL="241300" indent="1600200">
              <a:lnSpc>
                <a:spcPct val="100000"/>
              </a:lnSpc>
              <a:spcBef>
                <a:spcPts val="370"/>
              </a:spcBef>
            </a:pPr>
            <a:r>
              <a:rPr sz="1500" spc="-5" dirty="0">
                <a:latin typeface="Courier New"/>
                <a:cs typeface="Courier New"/>
              </a:rPr>
              <a:t>Objec</a:t>
            </a:r>
            <a:r>
              <a:rPr sz="1500" dirty="0">
                <a:latin typeface="Courier New"/>
                <a:cs typeface="Courier New"/>
              </a:rPr>
              <a:t>t </a:t>
            </a:r>
            <a:r>
              <a:rPr sz="1500" b="1" spc="-5" dirty="0">
                <a:latin typeface="Courier New"/>
                <a:cs typeface="Courier New"/>
              </a:rPr>
              <a:t>returnedObjec</a:t>
            </a:r>
            <a:r>
              <a:rPr sz="1500" b="1" dirty="0">
                <a:latin typeface="Courier New"/>
                <a:cs typeface="Courier New"/>
              </a:rPr>
              <a:t>t</a:t>
            </a:r>
            <a:r>
              <a:rPr sz="1500" dirty="0">
                <a:latin typeface="Courier New"/>
                <a:cs typeface="Courier New"/>
              </a:rPr>
              <a:t>)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throw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s</a:t>
            </a: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AccessDeniedExceptio</a:t>
            </a:r>
            <a:r>
              <a:rPr sz="1500" dirty="0">
                <a:latin typeface="Courier New"/>
                <a:cs typeface="Courier New"/>
              </a:rPr>
              <a:t>n;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ts val="950"/>
              </a:lnSpc>
              <a:spcBef>
                <a:spcPts val="0"/>
              </a:spcBef>
            </a:pPr>
            <a:endParaRPr sz="950"/>
          </a:p>
          <a:p>
            <a:pPr>
              <a:lnSpc>
                <a:spcPts val="1500"/>
              </a:lnSpc>
            </a:pPr>
            <a:endParaRPr sz="1500"/>
          </a:p>
          <a:p>
            <a:pPr marL="241300">
              <a:lnSpc>
                <a:spcPct val="100000"/>
              </a:lnSpc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boolea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n </a:t>
            </a:r>
            <a:r>
              <a:rPr sz="1500" spc="-5" dirty="0">
                <a:latin typeface="Courier New"/>
                <a:cs typeface="Courier New"/>
              </a:rPr>
              <a:t>supports</a:t>
            </a:r>
            <a:r>
              <a:rPr sz="1500" dirty="0">
                <a:latin typeface="Courier New"/>
                <a:cs typeface="Courier New"/>
              </a:rPr>
              <a:t>(</a:t>
            </a:r>
            <a:r>
              <a:rPr sz="1500" spc="-5" dirty="0">
                <a:latin typeface="Courier New"/>
                <a:cs typeface="Courier New"/>
              </a:rPr>
              <a:t>ConfigAttribut</a:t>
            </a:r>
            <a:r>
              <a:rPr sz="1500" dirty="0">
                <a:latin typeface="Courier New"/>
                <a:cs typeface="Courier New"/>
              </a:rPr>
              <a:t>e </a:t>
            </a:r>
            <a:r>
              <a:rPr sz="1500" spc="-5" dirty="0">
                <a:latin typeface="Courier New"/>
                <a:cs typeface="Courier New"/>
              </a:rPr>
              <a:t>attribute);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345"/>
              </a:spcBef>
            </a:pPr>
            <a:r>
              <a:rPr sz="1500" b="1" spc="-5" dirty="0">
                <a:solidFill>
                  <a:srgbClr val="7E0054"/>
                </a:solidFill>
                <a:latin typeface="Courier New"/>
                <a:cs typeface="Courier New"/>
              </a:rPr>
              <a:t>boolea</a:t>
            </a:r>
            <a:r>
              <a:rPr sz="1500" b="1" dirty="0">
                <a:solidFill>
                  <a:srgbClr val="7E0054"/>
                </a:solidFill>
                <a:latin typeface="Courier New"/>
                <a:cs typeface="Courier New"/>
              </a:rPr>
              <a:t>n </a:t>
            </a:r>
            <a:r>
              <a:rPr sz="1500" spc="-5" dirty="0">
                <a:latin typeface="Courier New"/>
                <a:cs typeface="Courier New"/>
              </a:rPr>
              <a:t>supports(Class&lt;?</a:t>
            </a:r>
            <a:r>
              <a:rPr sz="1500" dirty="0">
                <a:latin typeface="Courier New"/>
                <a:cs typeface="Courier New"/>
              </a:rPr>
              <a:t>&gt;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clazz);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500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Co</a:t>
            </a:r>
            <a:r>
              <a:rPr spc="10" dirty="0"/>
              <a:t>n</a:t>
            </a:r>
            <a:r>
              <a:rPr dirty="0"/>
              <a:t>fi</a:t>
            </a:r>
            <a:r>
              <a:rPr spc="-15" dirty="0"/>
              <a:t>g</a:t>
            </a:r>
            <a:r>
              <a:rPr dirty="0"/>
              <a:t>u</a:t>
            </a:r>
            <a:r>
              <a:rPr spc="-50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3934460" cy="198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us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om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p</a:t>
            </a:r>
            <a:r>
              <a:rPr sz="2900" spc="-5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ovider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oba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method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secu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afte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v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n-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-metho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690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custom</a:t>
            </a:r>
            <a:r>
              <a:rPr sz="2900" spc="-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mana</a:t>
            </a:r>
            <a:r>
              <a:rPr sz="2900" spc="-5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er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3257" y="2485771"/>
            <a:ext cx="22250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re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3682365"/>
            <a:ext cx="7233920" cy="939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las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"…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Meth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dSec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rity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erce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to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g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@</a:t>
            </a:r>
            <a:r>
              <a:rPr spc="-204" dirty="0"/>
              <a:t>P</a:t>
            </a:r>
            <a:r>
              <a:rPr dirty="0"/>
              <a:t>ost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5523230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@</a:t>
            </a:r>
            <a:r>
              <a:rPr sz="2900" spc="-150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os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Authorize</a:t>
            </a:r>
            <a:endParaRPr sz="2900">
              <a:latin typeface="Tw Cen MT"/>
              <a:cs typeface="Tw Cen MT"/>
            </a:endParaRPr>
          </a:p>
          <a:p>
            <a:pPr marL="25654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Pre</a:t>
            </a:r>
            <a:r>
              <a:rPr sz="160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utho</a:t>
            </a:r>
            <a:r>
              <a:rPr sz="1600" spc="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iz</a:t>
            </a: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sRol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('RO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USER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s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h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j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ct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1060" y="2485771"/>
            <a:ext cx="112458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2819527"/>
            <a:ext cx="5156200" cy="246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ee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dirty="0">
                <a:latin typeface="Courier New"/>
                <a:cs typeface="Courier New"/>
              </a:rPr>
              <a:t>y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5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ng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58620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@</a:t>
            </a:r>
            <a:r>
              <a:rPr sz="2900" spc="-150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ostFilter</a:t>
            </a:r>
            <a:endParaRPr sz="2900">
              <a:latin typeface="Tw Cen MT"/>
              <a:cs typeface="Tw Cen MT"/>
            </a:endParaRPr>
          </a:p>
          <a:p>
            <a:pPr marL="25654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0" dirty="0">
                <a:solidFill>
                  <a:srgbClr val="636363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636363"/>
                </a:solidFill>
                <a:latin typeface="Courier New"/>
                <a:cs typeface="Courier New"/>
              </a:rPr>
              <a:t>z</a:t>
            </a:r>
            <a:r>
              <a:rPr sz="1600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256540" marR="6350">
              <a:lnSpc>
                <a:spcPct val="136300"/>
              </a:lnSpc>
            </a:pP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@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s</a:t>
            </a:r>
            <a:r>
              <a:rPr sz="1600" b="1" spc="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636363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636363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636363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636363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(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f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j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 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7E0054"/>
                </a:solidFill>
                <a:latin typeface="Courier New"/>
                <a:cs typeface="Courier New"/>
              </a:rPr>
              <a:t>b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7E0054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54"/>
                </a:solidFill>
                <a:latin typeface="Courier New"/>
                <a:cs typeface="Courier New"/>
              </a:rPr>
              <a:t>c</a:t>
            </a:r>
            <a:r>
              <a:rPr sz="1600" b="1" spc="5" dirty="0">
                <a:solidFill>
                  <a:srgbClr val="7E0054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&lt;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&gt;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()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30"/>
              </a:spcBef>
            </a:pPr>
            <a:r>
              <a:rPr sz="1600" spc="-1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4477" y="2819527"/>
            <a:ext cx="8794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m</a:t>
            </a:r>
            <a:r>
              <a:rPr sz="1600" spc="-10" dirty="0">
                <a:latin typeface="Courier New"/>
                <a:cs typeface="Courier New"/>
              </a:rPr>
              <a:t>e)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5398" y="4348353"/>
            <a:ext cx="112458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')"</a:t>
            </a:r>
            <a:r>
              <a:rPr sz="1600" spc="-10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4502403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JSP</a:t>
            </a:r>
            <a:r>
              <a:rPr sz="4400" spc="-2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4400" spc="-15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g </a:t>
            </a:r>
            <a:r>
              <a:rPr sz="4400" spc="-5" dirty="0">
                <a:solidFill>
                  <a:srgbClr val="FFFFFF"/>
                </a:solidFill>
                <a:latin typeface="Tw Cen MT"/>
                <a:cs typeface="Tw Cen MT"/>
              </a:rPr>
              <a:t>li</a:t>
            </a:r>
            <a:r>
              <a:rPr sz="4400" spc="-20" dirty="0">
                <a:solidFill>
                  <a:srgbClr val="FFFFFF"/>
                </a:solidFill>
                <a:latin typeface="Tw Cen MT"/>
                <a:cs typeface="Tw Cen MT"/>
              </a:rPr>
              <a:t>b</a:t>
            </a:r>
            <a:r>
              <a:rPr sz="4400" spc="-55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ary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e</a:t>
            </a:r>
            <a:r>
              <a:rPr dirty="0"/>
              <a:t>ntic</a:t>
            </a:r>
            <a:r>
              <a:rPr spc="-20" dirty="0"/>
              <a:t>a</a:t>
            </a:r>
            <a:r>
              <a:rPr dirty="0"/>
              <a:t>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7844790" cy="160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&lt;%@</a:t>
            </a:r>
            <a:r>
              <a:rPr sz="1600" spc="5" dirty="0">
                <a:solidFill>
                  <a:srgbClr val="BE5F3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ib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x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sec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: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y/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tag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4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on</a:t>
            </a:r>
            <a:r>
              <a:rPr sz="1600" b="1" spc="2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v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ss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-1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n:</a:t>
            </a:r>
            <a:r>
              <a:rPr sz="1600" dirty="0">
                <a:latin typeface="Courier New"/>
                <a:cs typeface="Courier New"/>
              </a:rPr>
              <a:t> $</a:t>
            </a:r>
            <a:r>
              <a:rPr sz="1600" spc="0" dirty="0">
                <a:latin typeface="Courier New"/>
                <a:cs typeface="Courier New"/>
              </a:rPr>
              <a:t>{</a:t>
            </a:r>
            <a:r>
              <a:rPr sz="1600" b="1" spc="-10" dirty="0">
                <a:latin typeface="Courier New"/>
                <a:cs typeface="Courier New"/>
              </a:rPr>
              <a:t>user</a:t>
            </a:r>
            <a:r>
              <a:rPr sz="1600" spc="-15" dirty="0">
                <a:latin typeface="Courier New"/>
                <a:cs typeface="Courier New"/>
              </a:rPr>
              <a:t>.</a:t>
            </a:r>
            <a:r>
              <a:rPr sz="1600" spc="0" dirty="0">
                <a:latin typeface="Courier New"/>
                <a:cs typeface="Courier New"/>
              </a:rPr>
              <a:t>n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5" dirty="0">
                <a:latin typeface="Courier New"/>
                <a:cs typeface="Courier New"/>
              </a:rPr>
              <a:t>}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5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&gt;&lt;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387" y="4618101"/>
            <a:ext cx="7354570" cy="934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ss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k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s"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y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.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5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008080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v&gt;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div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o</a:t>
            </a:r>
            <a:r>
              <a:rPr dirty="0"/>
              <a:t>rize</a:t>
            </a:r>
            <a:r>
              <a:rPr spc="-35" dirty="0"/>
              <a:t> </a:t>
            </a:r>
            <a:r>
              <a:rPr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7844790" cy="3600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&lt;%@</a:t>
            </a:r>
            <a:r>
              <a:rPr sz="1600" spc="5" dirty="0">
                <a:solidFill>
                  <a:srgbClr val="BE5F3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ib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x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sec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: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y/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tag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7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5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ty:a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thor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2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ifA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yGra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LE_A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LE_S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RVIS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4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ze</a:t>
            </a:r>
            <a:r>
              <a:rPr sz="1600" spc="3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G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ed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_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2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o</a:t>
            </a:r>
            <a:r>
              <a:rPr dirty="0"/>
              <a:t>rize</a:t>
            </a:r>
            <a:r>
              <a:rPr spc="-35" dirty="0"/>
              <a:t> </a:t>
            </a:r>
            <a:r>
              <a:rPr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2805"/>
            <a:ext cx="7844790" cy="259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&lt;%@</a:t>
            </a:r>
            <a:r>
              <a:rPr sz="1600" spc="5" dirty="0">
                <a:solidFill>
                  <a:srgbClr val="BE5F3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ib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x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sec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: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y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endParaRPr sz="1600"/>
          </a:p>
          <a:p>
            <a:pPr>
              <a:lnSpc>
                <a:spcPts val="1700"/>
              </a:lnSpc>
              <a:spcBef>
                <a:spcPts val="27"/>
              </a:spcBef>
            </a:pPr>
            <a:endParaRPr sz="1700"/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10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b="1" spc="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a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Role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(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p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v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'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)</a:t>
            </a:r>
            <a:r>
              <a:rPr sz="16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 marR="1356995">
              <a:lnSpc>
                <a:spcPct val="136300"/>
              </a:lnSpc>
            </a:pPr>
            <a:r>
              <a:rPr sz="1600" spc="-10" dirty="0">
                <a:latin typeface="Courier New"/>
                <a:cs typeface="Courier New"/>
              </a:rPr>
              <a:t>This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w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ll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ly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be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ho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ve the</a:t>
            </a:r>
            <a:r>
              <a:rPr sz="1600" dirty="0">
                <a:latin typeface="Courier New"/>
                <a:cs typeface="Courier New"/>
              </a:rPr>
              <a:t> "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p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"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a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in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of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71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dirty="0">
                <a:latin typeface="Courier New"/>
                <a:cs typeface="Courier New"/>
              </a:rPr>
              <a:t>G</a:t>
            </a:r>
            <a:r>
              <a:rPr sz="1600" spc="-15" dirty="0">
                <a:latin typeface="Courier New"/>
                <a:cs typeface="Courier New"/>
              </a:rPr>
              <a:t>rant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dAut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5" dirty="0">
                <a:latin typeface="Courier New"/>
                <a:cs typeface="Courier New"/>
              </a:rPr>
              <a:t>it</a:t>
            </a:r>
            <a:r>
              <a:rPr sz="1600" dirty="0"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dirty="0">
                <a:solidFill>
                  <a:srgbClr val="008080"/>
                </a:solidFill>
                <a:latin typeface="Courier New"/>
                <a:cs typeface="Courier New"/>
              </a:rPr>
              <a:t>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r>
              <a:rPr sz="1600" spc="-10" dirty="0">
                <a:latin typeface="Courier New"/>
                <a:cs typeface="Courier New"/>
              </a:rPr>
              <a:t>s.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Auth</a:t>
            </a:r>
            <a:r>
              <a:rPr spc="5" dirty="0"/>
              <a:t>o</a:t>
            </a:r>
            <a:r>
              <a:rPr dirty="0"/>
              <a:t>rize</a:t>
            </a:r>
            <a:r>
              <a:rPr spc="-35" dirty="0"/>
              <a:t> </a:t>
            </a:r>
            <a:r>
              <a:rPr dirty="0"/>
              <a:t>(3)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581150"/>
            <a:ext cx="3324225" cy="1087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JSP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thor</a:t>
            </a:r>
            <a:r>
              <a:rPr sz="1600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7E007E"/>
                </a:solidFill>
                <a:latin typeface="Courier New"/>
                <a:cs typeface="Courier New"/>
              </a:rPr>
              <a:t>url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/ad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</a:rPr>
              <a:t>m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c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w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ll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ly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be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8473" y="2091054"/>
            <a:ext cx="429768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latin typeface="Courier New"/>
                <a:cs typeface="Courier New"/>
              </a:rPr>
              <a:t>v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b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ho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a</a:t>
            </a:r>
            <a:r>
              <a:rPr sz="160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z</a:t>
            </a:r>
            <a:r>
              <a:rPr sz="1600" spc="-10" dirty="0">
                <a:latin typeface="Courier New"/>
                <a:cs typeface="Courier New"/>
              </a:rPr>
              <a:t>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2708275"/>
            <a:ext cx="7341870" cy="317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q</a:t>
            </a:r>
            <a:r>
              <a:rPr sz="1600" spc="-10" dirty="0">
                <a:latin typeface="Courier New"/>
                <a:cs typeface="Courier New"/>
              </a:rPr>
              <a:t>u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15" dirty="0">
                <a:latin typeface="Courier New"/>
                <a:cs typeface="Courier New"/>
              </a:rPr>
              <a:t>"</a:t>
            </a:r>
            <a:r>
              <a:rPr sz="1600" b="1" spc="-15" dirty="0">
                <a:latin typeface="Courier New"/>
                <a:cs typeface="Courier New"/>
              </a:rPr>
              <a:t>/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r>
              <a:rPr sz="1600" b="1" spc="-15" dirty="0">
                <a:latin typeface="Courier New"/>
                <a:cs typeface="Courier New"/>
              </a:rPr>
              <a:t>d</a:t>
            </a:r>
            <a:r>
              <a:rPr sz="1600" b="1" spc="0" dirty="0">
                <a:latin typeface="Courier New"/>
                <a:cs typeface="Courier New"/>
              </a:rPr>
              <a:t>m</a:t>
            </a:r>
            <a:r>
              <a:rPr sz="1600" b="1" spc="-15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"</a:t>
            </a:r>
            <a:r>
              <a:rPr sz="1600" dirty="0">
                <a:latin typeface="Courier New"/>
                <a:cs typeface="Courier New"/>
              </a:rPr>
              <a:t> U</a:t>
            </a:r>
            <a:r>
              <a:rPr sz="1600" spc="-15" dirty="0">
                <a:latin typeface="Courier New"/>
                <a:cs typeface="Courier New"/>
              </a:rPr>
              <a:t>R</a:t>
            </a:r>
            <a:r>
              <a:rPr sz="1600" spc="-10" dirty="0">
                <a:latin typeface="Courier New"/>
                <a:cs typeface="Courier New"/>
              </a:rPr>
              <a:t>L.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h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z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305"/>
              </a:spcBef>
              <a:buClr>
                <a:srgbClr val="70685A"/>
              </a:buClr>
              <a:buSzPct val="58620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ecurity</a:t>
            </a:r>
            <a:r>
              <a:rPr sz="2900" spc="-2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inte</a:t>
            </a:r>
            <a:r>
              <a:rPr sz="2900" spc="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ceptor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bea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n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id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"...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clas</a:t>
            </a:r>
            <a:r>
              <a:rPr sz="150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000" spc="-10" dirty="0">
                <a:solidFill>
                  <a:srgbClr val="2A00FF"/>
                </a:solidFill>
                <a:latin typeface="Courier New"/>
                <a:cs typeface="Courier New"/>
              </a:rPr>
              <a:t>web.access.intercept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.FilterSecurityIntercepto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r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propert</a:t>
            </a:r>
            <a:r>
              <a:rPr sz="1500" dirty="0">
                <a:solidFill>
                  <a:srgbClr val="3E7E7E"/>
                </a:solidFill>
                <a:latin typeface="Courier New"/>
                <a:cs typeface="Courier New"/>
              </a:rPr>
              <a:t>y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name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"securityMetadataSourc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filter-securit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-metadata-sourc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50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50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  <a:spcBef>
                <a:spcPts val="515"/>
              </a:spcBef>
            </a:pP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500" spc="-5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intercep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-ur</a:t>
            </a:r>
            <a:r>
              <a:rPr sz="1500" b="1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500" b="1" spc="-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pattern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/</a:t>
            </a:r>
            <a:r>
              <a:rPr sz="1500" b="1" spc="-5" dirty="0">
                <a:solidFill>
                  <a:srgbClr val="2A00FF"/>
                </a:solidFill>
                <a:latin typeface="Courier New"/>
                <a:cs typeface="Courier New"/>
              </a:rPr>
              <a:t>admin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*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500" spc="-5" dirty="0">
                <a:solidFill>
                  <a:srgbClr val="7E007E"/>
                </a:solidFill>
                <a:latin typeface="Courier New"/>
                <a:cs typeface="Courier New"/>
              </a:rPr>
              <a:t>access</a:t>
            </a:r>
            <a:r>
              <a:rPr sz="1500" spc="-5" dirty="0"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2A00FF"/>
                </a:solidFill>
                <a:latin typeface="Courier New"/>
                <a:cs typeface="Courier New"/>
              </a:rPr>
              <a:t>"ROLE_ADMIN</a:t>
            </a:r>
            <a:r>
              <a:rPr sz="15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500" spc="-5" dirty="0">
                <a:solidFill>
                  <a:srgbClr val="008080"/>
                </a:solidFill>
                <a:latin typeface="Courier New"/>
                <a:cs typeface="Courier New"/>
              </a:rPr>
              <a:t>/&gt;</a:t>
            </a:r>
            <a:endParaRPr sz="15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spc="-5" dirty="0">
                <a:solidFill>
                  <a:srgbClr val="3E7E7E"/>
                </a:solidFill>
                <a:latin typeface="Courier New"/>
                <a:cs typeface="Courier New"/>
              </a:rPr>
              <a:t>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f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ty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m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d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u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50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5" dirty="0">
                <a:solidFill>
                  <a:srgbClr val="3E7E7E"/>
                </a:solidFill>
                <a:latin typeface="Courier New"/>
                <a:cs typeface="Courier New"/>
              </a:rPr>
              <a:t>y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bean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387" y="357378"/>
            <a:ext cx="1518413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180" dirty="0">
                <a:solidFill>
                  <a:srgbClr val="3D3C2C"/>
                </a:solidFill>
                <a:latin typeface="Tw Cen MT"/>
                <a:cs typeface="Tw Cen MT"/>
              </a:rPr>
              <a:t>A</a:t>
            </a:r>
            <a:r>
              <a:rPr sz="4400" dirty="0">
                <a:solidFill>
                  <a:srgbClr val="3D3C2C"/>
                </a:solidFill>
                <a:latin typeface="Tw Cen MT"/>
                <a:cs typeface="Tw Cen MT"/>
              </a:rPr>
              <a:t>CL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955038"/>
            <a:ext cx="124587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&lt;%@</a:t>
            </a:r>
            <a:r>
              <a:rPr sz="1600" spc="5" dirty="0">
                <a:solidFill>
                  <a:srgbClr val="BE5F3E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3E7E7E"/>
                </a:solidFill>
                <a:latin typeface="Courier New"/>
                <a:cs typeface="Courier New"/>
              </a:rPr>
              <a:t>g</a:t>
            </a:r>
            <a:r>
              <a:rPr sz="1600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ib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4285" y="1866280"/>
            <a:ext cx="650240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36400"/>
              </a:lnSpc>
            </a:pP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x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</a:rPr>
              <a:t>sec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u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h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: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p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n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f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m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w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k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.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o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spc="2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e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c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u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r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i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y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/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t</a:t>
            </a:r>
            <a:r>
              <a:rPr sz="1600" b="1" spc="-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a</a:t>
            </a:r>
            <a:r>
              <a:rPr sz="1600" b="1" spc="-10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g</a:t>
            </a:r>
            <a:r>
              <a:rPr sz="1600" b="1" spc="15" dirty="0">
                <a:solidFill>
                  <a:srgbClr val="2A00FF"/>
                </a:solidFill>
                <a:latin typeface="Courier New"/>
                <a:cs typeface="Courier New"/>
                <a:hlinkClick r:id="rId2"/>
              </a:rPr>
              <a:t>s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BE5F3E"/>
                </a:solidFill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2864393"/>
            <a:ext cx="7966709" cy="1357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6540" marR="6350" indent="-244475">
              <a:lnSpc>
                <a:spcPct val="136600"/>
              </a:lnSpc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st</a:t>
            </a:r>
            <a:r>
              <a:rPr sz="1600" b="1" spc="15" dirty="0">
                <a:solidFill>
                  <a:srgbClr val="3E7E7E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h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P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r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m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s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"1,2"</a:t>
            </a:r>
            <a:r>
              <a:rPr sz="1600" spc="10" dirty="0">
                <a:solidFill>
                  <a:srgbClr val="2A00FF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d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m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7E007E"/>
                </a:solidFill>
                <a:latin typeface="Courier New"/>
                <a:cs typeface="Courier New"/>
              </a:rPr>
              <a:t>i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n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b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j</a:t>
            </a:r>
            <a:r>
              <a:rPr sz="1600" spc="-15" dirty="0">
                <a:solidFill>
                  <a:srgbClr val="7E007E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7E007E"/>
                </a:solidFill>
                <a:latin typeface="Courier New"/>
                <a:cs typeface="Courier New"/>
              </a:rPr>
              <a:t>c</a:t>
            </a:r>
            <a:r>
              <a:rPr sz="1600" spc="15" dirty="0">
                <a:solidFill>
                  <a:srgbClr val="7E00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o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b</a:t>
            </a:r>
            <a:r>
              <a:rPr sz="1600" spc="0" dirty="0">
                <a:solidFill>
                  <a:srgbClr val="2A00FF"/>
                </a:solidFill>
                <a:latin typeface="Courier New"/>
                <a:cs typeface="Courier New"/>
              </a:rPr>
              <a:t>j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e</a:t>
            </a:r>
            <a:r>
              <a:rPr sz="1600" spc="-10" dirty="0">
                <a:solidFill>
                  <a:srgbClr val="2A00FF"/>
                </a:solidFill>
                <a:latin typeface="Courier New"/>
                <a:cs typeface="Courier New"/>
              </a:rPr>
              <a:t>c</a:t>
            </a:r>
            <a:r>
              <a:rPr sz="1600" spc="-15" dirty="0">
                <a:solidFill>
                  <a:srgbClr val="2A00FF"/>
                </a:solidFill>
                <a:latin typeface="Courier New"/>
                <a:cs typeface="Courier New"/>
              </a:rPr>
              <a:t>t</a:t>
            </a:r>
            <a:r>
              <a:rPr sz="1600" dirty="0">
                <a:solidFill>
                  <a:srgbClr val="2A00FF"/>
                </a:solidFill>
                <a:latin typeface="Courier New"/>
                <a:cs typeface="Courier New"/>
              </a:rPr>
              <a:t>"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 </a:t>
            </a:r>
            <a:r>
              <a:rPr sz="1600" spc="-10" dirty="0">
                <a:latin typeface="Courier New"/>
                <a:cs typeface="Courier New"/>
              </a:rPr>
              <a:t>This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l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dirty="0">
                <a:latin typeface="Courier New"/>
                <a:cs typeface="Courier New"/>
              </a:rPr>
              <a:t>w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f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he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u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as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er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of</a:t>
            </a:r>
            <a:r>
              <a:rPr sz="1600" dirty="0">
                <a:latin typeface="Courier New"/>
                <a:cs typeface="Courier New"/>
              </a:rPr>
              <a:t> 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p</a:t>
            </a:r>
            <a:r>
              <a:rPr sz="1600" spc="-1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dirty="0">
                <a:latin typeface="Courier New"/>
                <a:cs typeface="Courier New"/>
              </a:rPr>
              <a:t>m</a:t>
            </a:r>
            <a:r>
              <a:rPr sz="1600" spc="-1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15" dirty="0">
                <a:latin typeface="Courier New"/>
                <a:cs typeface="Courier New"/>
              </a:rPr>
              <a:t>s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ns repr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5" dirty="0">
                <a:latin typeface="Courier New"/>
                <a:cs typeface="Courier New"/>
              </a:rPr>
              <a:t>sent</a:t>
            </a:r>
            <a:r>
              <a:rPr sz="1600" spc="0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d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spc="-10" dirty="0">
                <a:latin typeface="Courier New"/>
                <a:cs typeface="Courier New"/>
              </a:rPr>
              <a:t>y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t</a:t>
            </a:r>
            <a:r>
              <a:rPr sz="1600" spc="0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va</a:t>
            </a:r>
            <a:r>
              <a:rPr sz="1600" spc="0" dirty="0">
                <a:latin typeface="Courier New"/>
                <a:cs typeface="Courier New"/>
              </a:rPr>
              <a:t>l</a:t>
            </a:r>
            <a:r>
              <a:rPr sz="1600" spc="-15" dirty="0">
                <a:latin typeface="Courier New"/>
                <a:cs typeface="Courier New"/>
              </a:rPr>
              <a:t>ue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"</a:t>
            </a:r>
            <a:r>
              <a:rPr sz="1600" spc="-15" dirty="0">
                <a:latin typeface="Courier New"/>
                <a:cs typeface="Courier New"/>
              </a:rPr>
              <a:t>1</a:t>
            </a:r>
            <a:r>
              <a:rPr sz="1600" spc="-10" dirty="0">
                <a:latin typeface="Courier New"/>
                <a:cs typeface="Courier New"/>
              </a:rPr>
              <a:t>"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r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0" dirty="0">
                <a:latin typeface="Courier New"/>
                <a:cs typeface="Courier New"/>
              </a:rPr>
              <a:t>"</a:t>
            </a:r>
            <a:r>
              <a:rPr sz="1600" spc="-15" dirty="0">
                <a:latin typeface="Courier New"/>
                <a:cs typeface="Courier New"/>
              </a:rPr>
              <a:t>2</a:t>
            </a:r>
            <a:r>
              <a:rPr sz="1600" spc="-10" dirty="0">
                <a:latin typeface="Courier New"/>
                <a:cs typeface="Courier New"/>
              </a:rPr>
              <a:t>"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o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dirty="0">
                <a:latin typeface="Courier New"/>
                <a:cs typeface="Courier New"/>
              </a:rPr>
              <a:t> t</a:t>
            </a:r>
            <a:r>
              <a:rPr sz="1600" spc="-15" dirty="0">
                <a:latin typeface="Courier New"/>
                <a:cs typeface="Courier New"/>
              </a:rPr>
              <a:t>h</a:t>
            </a:r>
            <a:r>
              <a:rPr sz="1600" spc="-10" dirty="0">
                <a:latin typeface="Courier New"/>
                <a:cs typeface="Courier New"/>
              </a:rPr>
              <a:t>e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5" dirty="0">
                <a:latin typeface="Courier New"/>
                <a:cs typeface="Courier New"/>
              </a:rPr>
              <a:t>g</a:t>
            </a:r>
            <a:r>
              <a:rPr sz="1600" spc="0" dirty="0">
                <a:latin typeface="Courier New"/>
                <a:cs typeface="Courier New"/>
              </a:rPr>
              <a:t>i</a:t>
            </a:r>
            <a:r>
              <a:rPr sz="1600" spc="-15" dirty="0">
                <a:latin typeface="Courier New"/>
                <a:cs typeface="Courier New"/>
              </a:rPr>
              <a:t>ve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o</a:t>
            </a:r>
            <a:r>
              <a:rPr sz="1600" spc="-15" dirty="0">
                <a:latin typeface="Courier New"/>
                <a:cs typeface="Courier New"/>
              </a:rPr>
              <a:t>b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spc="-15" dirty="0">
                <a:latin typeface="Courier New"/>
                <a:cs typeface="Courier New"/>
              </a:rPr>
              <a:t>ec</a:t>
            </a:r>
            <a:r>
              <a:rPr sz="1600" spc="5" dirty="0">
                <a:latin typeface="Courier New"/>
                <a:cs typeface="Courier New"/>
              </a:rPr>
              <a:t>t</a:t>
            </a:r>
            <a:r>
              <a:rPr sz="1600" spc="-10" dirty="0"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&lt;/</a:t>
            </a:r>
            <a:r>
              <a:rPr sz="1600" spc="-10" dirty="0">
                <a:solidFill>
                  <a:srgbClr val="3E7E7E"/>
                </a:solidFill>
                <a:latin typeface="Courier New"/>
                <a:cs typeface="Courier New"/>
              </a:rPr>
              <a:t>sec: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a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e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c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n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r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o</a:t>
            </a:r>
            <a:r>
              <a:rPr sz="1600" b="1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l</a:t>
            </a:r>
            <a:r>
              <a:rPr sz="1600" b="1" spc="-10" dirty="0">
                <a:solidFill>
                  <a:srgbClr val="3E7E7E"/>
                </a:solidFill>
                <a:latin typeface="Courier New"/>
                <a:cs typeface="Courier New"/>
              </a:rPr>
              <a:t>i</a:t>
            </a:r>
            <a:r>
              <a:rPr sz="1600" b="1" spc="-15" dirty="0">
                <a:solidFill>
                  <a:srgbClr val="3E7E7E"/>
                </a:solidFill>
                <a:latin typeface="Courier New"/>
                <a:cs typeface="Courier New"/>
              </a:rPr>
              <a:t>s</a:t>
            </a:r>
            <a:r>
              <a:rPr sz="1600" b="1" spc="5" dirty="0">
                <a:solidFill>
                  <a:srgbClr val="3E7E7E"/>
                </a:solidFill>
                <a:latin typeface="Courier New"/>
                <a:cs typeface="Courier New"/>
              </a:rPr>
              <a:t>t</a:t>
            </a:r>
            <a:r>
              <a:rPr sz="1600" spc="-10" dirty="0">
                <a:solidFill>
                  <a:srgbClr val="008080"/>
                </a:solidFill>
                <a:latin typeface="Courier New"/>
                <a:cs typeface="Courier New"/>
              </a:rPr>
              <a:t>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594" y="1729359"/>
            <a:ext cx="4340606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Tw Cen MT"/>
                <a:cs typeface="Tw Cen MT"/>
              </a:rPr>
              <a:t>Summary</a:t>
            </a:r>
            <a:endParaRPr sz="4400" dirty="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5" dirty="0"/>
              <a:t>e</a:t>
            </a:r>
            <a:r>
              <a:rPr dirty="0"/>
              <a:t>pa</a:t>
            </a:r>
            <a:r>
              <a:rPr spc="-65" dirty="0"/>
              <a:t>r</a:t>
            </a:r>
            <a:r>
              <a:rPr dirty="0"/>
              <a:t>at</a:t>
            </a:r>
            <a:r>
              <a:rPr spc="-20" dirty="0"/>
              <a:t>i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dirty="0"/>
              <a:t>conce</a:t>
            </a:r>
            <a:r>
              <a:rPr spc="85" dirty="0"/>
              <a:t>r</a:t>
            </a:r>
            <a:r>
              <a:rPr dirty="0"/>
              <a:t>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7423150" cy="991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b</a:t>
            </a:r>
            <a:r>
              <a:rPr sz="2900" dirty="0">
                <a:latin typeface="Tw Cen MT"/>
                <a:cs typeface="Tw Cen MT"/>
              </a:rPr>
              <a:t>usine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logi</a:t>
            </a:r>
            <a:r>
              <a:rPr sz="2900" dirty="0">
                <a:latin typeface="Tw Cen MT"/>
                <a:cs typeface="Tw Cen MT"/>
              </a:rPr>
              <a:t>c</a:t>
            </a:r>
            <a:r>
              <a:rPr sz="2900" spc="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decoupled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f</a:t>
            </a:r>
            <a:r>
              <a:rPr sz="2900" spc="-5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om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securi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y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conce</a:t>
            </a:r>
            <a:r>
              <a:rPr sz="2900" spc="5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n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authentica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io</a:t>
            </a:r>
            <a:r>
              <a:rPr sz="2900" dirty="0">
                <a:latin typeface="Tw Cen MT"/>
                <a:cs typeface="Tw Cen MT"/>
              </a:rPr>
              <a:t>n</a:t>
            </a:r>
            <a:r>
              <a:rPr sz="2900" spc="-2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and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author</a:t>
            </a:r>
            <a:r>
              <a:rPr sz="2900" spc="-5" dirty="0">
                <a:latin typeface="Tw Cen MT"/>
                <a:cs typeface="Tw Cen MT"/>
              </a:rPr>
              <a:t>izatio</a:t>
            </a:r>
            <a:r>
              <a:rPr sz="2900" dirty="0">
                <a:latin typeface="Tw Cen MT"/>
                <a:cs typeface="Tw Cen MT"/>
              </a:rPr>
              <a:t>n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are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decoupled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</a:t>
            </a:r>
            <a:r>
              <a:rPr spc="-5" dirty="0"/>
              <a:t>l</a:t>
            </a:r>
            <a:r>
              <a:rPr spc="-125" dirty="0"/>
              <a:t>e</a:t>
            </a:r>
            <a:r>
              <a:rPr dirty="0"/>
              <a:t>xibi</a:t>
            </a:r>
            <a:r>
              <a:rPr spc="-20" dirty="0"/>
              <a:t>l</a:t>
            </a:r>
            <a:r>
              <a:rPr spc="-5" dirty="0"/>
              <a:t>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4159885" cy="2468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uthen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spc="-5" dirty="0">
                <a:latin typeface="Tw Cen MT"/>
                <a:cs typeface="Tw Cen MT"/>
              </a:rPr>
              <a:t>icatio</a:t>
            </a:r>
            <a:r>
              <a:rPr sz="2900" dirty="0">
                <a:latin typeface="Tw Cen MT"/>
                <a:cs typeface="Tw Cen MT"/>
              </a:rPr>
              <a:t>n</a:t>
            </a:r>
            <a:r>
              <a:rPr sz="2900" spc="-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me</a:t>
            </a:r>
            <a:r>
              <a:rPr sz="2900" spc="110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hani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ms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1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basic,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spc="-55" dirty="0">
                <a:latin typeface="Tw Cen MT"/>
                <a:cs typeface="Tw Cen MT"/>
              </a:rPr>
              <a:t>f</a:t>
            </a:r>
            <a:r>
              <a:rPr sz="2600" dirty="0">
                <a:latin typeface="Tw Cen MT"/>
                <a:cs typeface="Tw Cen MT"/>
              </a:rPr>
              <a:t>o</a:t>
            </a:r>
            <a:r>
              <a:rPr sz="2600" spc="45" dirty="0">
                <a:latin typeface="Tw Cen MT"/>
                <a:cs typeface="Tw Cen MT"/>
              </a:rPr>
              <a:t>r</a:t>
            </a:r>
            <a:r>
              <a:rPr sz="2600" dirty="0">
                <a:latin typeface="Tw Cen MT"/>
                <a:cs typeface="Tw Cen MT"/>
              </a:rPr>
              <a:t>m,</a:t>
            </a:r>
            <a:r>
              <a:rPr sz="2600" spc="-1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cookie</a:t>
            </a:r>
            <a:r>
              <a:rPr sz="2600" spc="-55" dirty="0">
                <a:latin typeface="Tw Cen MT"/>
                <a:cs typeface="Tw Cen MT"/>
              </a:rPr>
              <a:t>s</a:t>
            </a:r>
            <a:r>
              <a:rPr sz="2600" dirty="0">
                <a:latin typeface="Tw Cen MT"/>
                <a:cs typeface="Tw Cen MT"/>
              </a:rPr>
              <a:t>,</a:t>
            </a:r>
            <a:r>
              <a:rPr sz="2600" spc="-35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S</a:t>
            </a:r>
            <a:r>
              <a:rPr sz="2600" spc="5" dirty="0">
                <a:latin typeface="Tw Cen MT"/>
                <a:cs typeface="Tw Cen MT"/>
              </a:rPr>
              <a:t>S</a:t>
            </a:r>
            <a:r>
              <a:rPr sz="2600" dirty="0">
                <a:latin typeface="Tw Cen MT"/>
                <a:cs typeface="Tw Cen MT"/>
              </a:rPr>
              <a:t>O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user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ta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-2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-50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e</a:t>
            </a:r>
            <a:endParaRPr sz="2900">
              <a:latin typeface="Tw Cen MT"/>
              <a:cs typeface="Tw Cen MT"/>
            </a:endParaRPr>
          </a:p>
          <a:p>
            <a:pPr marL="652780" lvl="1" indent="-274320">
              <a:lnSpc>
                <a:spcPct val="100000"/>
              </a:lnSpc>
              <a:spcBef>
                <a:spcPts val="625"/>
              </a:spcBef>
              <a:buClr>
                <a:srgbClr val="93C500"/>
              </a:buClr>
              <a:buSzPct val="69230"/>
              <a:buFont typeface="Wingdings"/>
              <a:buChar char=""/>
              <a:tabLst>
                <a:tab pos="653415" algn="l"/>
              </a:tabLst>
            </a:pPr>
            <a:r>
              <a:rPr sz="2600" dirty="0">
                <a:latin typeface="Tw Cen MT"/>
                <a:cs typeface="Tw Cen MT"/>
              </a:rPr>
              <a:t>RD</a:t>
            </a:r>
            <a:r>
              <a:rPr sz="2600" spc="5" dirty="0">
                <a:latin typeface="Tw Cen MT"/>
                <a:cs typeface="Tw Cen MT"/>
              </a:rPr>
              <a:t>B</a:t>
            </a:r>
            <a:r>
              <a:rPr sz="2600" dirty="0">
                <a:latin typeface="Tw Cen MT"/>
                <a:cs typeface="Tw Cen MT"/>
              </a:rPr>
              <a:t>M</a:t>
            </a:r>
            <a:r>
              <a:rPr sz="2600" spc="-70" dirty="0">
                <a:latin typeface="Tw Cen MT"/>
                <a:cs typeface="Tw Cen MT"/>
              </a:rPr>
              <a:t>S</a:t>
            </a:r>
            <a:r>
              <a:rPr sz="2600" dirty="0">
                <a:latin typeface="Tw Cen MT"/>
                <a:cs typeface="Tw Cen MT"/>
              </a:rPr>
              <a:t>,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dirty="0">
                <a:latin typeface="Tw Cen MT"/>
                <a:cs typeface="Tw Cen MT"/>
              </a:rPr>
              <a:t>L</a:t>
            </a:r>
            <a:r>
              <a:rPr sz="2600" spc="-55" dirty="0">
                <a:latin typeface="Tw Cen MT"/>
                <a:cs typeface="Tw Cen MT"/>
              </a:rPr>
              <a:t>D</a:t>
            </a:r>
            <a:r>
              <a:rPr sz="2600" dirty="0">
                <a:latin typeface="Tw Cen MT"/>
                <a:cs typeface="Tw Cen MT"/>
              </a:rPr>
              <a:t>A</a:t>
            </a:r>
            <a:r>
              <a:rPr sz="2600" spc="-415" dirty="0">
                <a:latin typeface="Tw Cen MT"/>
                <a:cs typeface="Tw Cen MT"/>
              </a:rPr>
              <a:t>P</a:t>
            </a:r>
            <a:r>
              <a:rPr sz="2600" dirty="0">
                <a:latin typeface="Tw Cen MT"/>
                <a:cs typeface="Tw Cen MT"/>
              </a:rPr>
              <a:t>, etc.</a:t>
            </a:r>
            <a:endParaRPr sz="26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Tw Cen MT"/>
                <a:cs typeface="Tw Cen MT"/>
              </a:rPr>
              <a:t>based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on</a:t>
            </a:r>
            <a:r>
              <a:rPr sz="2900" spc="-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Spring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10" dirty="0"/>
              <a:t>P</a:t>
            </a:r>
            <a:r>
              <a:rPr dirty="0"/>
              <a:t>o</a:t>
            </a:r>
            <a:r>
              <a:rPr spc="80" dirty="0"/>
              <a:t>r</a:t>
            </a:r>
            <a:r>
              <a:rPr dirty="0"/>
              <a:t>ta</a:t>
            </a:r>
            <a:r>
              <a:rPr spc="-20" dirty="0"/>
              <a:t>b</a:t>
            </a:r>
            <a:r>
              <a:rPr spc="-5" dirty="0"/>
              <a:t>il</a:t>
            </a:r>
            <a:r>
              <a:rPr spc="-15" dirty="0"/>
              <a:t>i</a:t>
            </a:r>
            <a:r>
              <a:rPr dirty="0"/>
              <a:t>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625346"/>
            <a:ext cx="4814570" cy="1522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5" dirty="0">
                <a:latin typeface="Tw Cen MT"/>
                <a:cs typeface="Tw Cen MT"/>
              </a:rPr>
              <a:t>p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t</a:t>
            </a:r>
            <a:r>
              <a:rPr sz="2900" spc="5" dirty="0">
                <a:latin typeface="Tw Cen MT"/>
                <a:cs typeface="Tw Cen MT"/>
              </a:rPr>
              <a:t>a</a:t>
            </a:r>
            <a:r>
              <a:rPr sz="2900" dirty="0">
                <a:latin typeface="Tw Cen MT"/>
                <a:cs typeface="Tw Cen MT"/>
              </a:rPr>
              <a:t>ble</a:t>
            </a:r>
            <a:r>
              <a:rPr sz="2900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ac</a:t>
            </a:r>
            <a:r>
              <a:rPr sz="2900" spc="-5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oss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containers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an be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depl</a:t>
            </a:r>
            <a:r>
              <a:rPr sz="2900" spc="-60" dirty="0">
                <a:latin typeface="Tw Cen MT"/>
                <a:cs typeface="Tw Cen MT"/>
              </a:rPr>
              <a:t>o</a:t>
            </a:r>
            <a:r>
              <a:rPr sz="2900" spc="-65" dirty="0">
                <a:latin typeface="Tw Cen MT"/>
                <a:cs typeface="Tw Cen MT"/>
              </a:rPr>
              <a:t>y</a:t>
            </a:r>
            <a:r>
              <a:rPr sz="2900" dirty="0">
                <a:latin typeface="Tw Cen MT"/>
                <a:cs typeface="Tw Cen MT"/>
              </a:rPr>
              <a:t>ed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-</a:t>
            </a:r>
            <a:r>
              <a:rPr sz="2900" spc="-5" dirty="0">
                <a:latin typeface="Tw Cen MT"/>
                <a:cs typeface="Tw Cen MT"/>
              </a:rPr>
              <a:t>is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70685A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65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uns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</a:t>
            </a:r>
            <a:r>
              <a:rPr sz="2900" dirty="0">
                <a:latin typeface="Tw Cen MT"/>
                <a:cs typeface="Tw Cen MT"/>
              </a:rPr>
              <a:t>n s</a:t>
            </a:r>
            <a:r>
              <a:rPr sz="2900" spc="5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an</a:t>
            </a:r>
            <a:r>
              <a:rPr sz="2900" spc="5" dirty="0">
                <a:latin typeface="Tw Cen MT"/>
                <a:cs typeface="Tw Cen MT"/>
              </a:rPr>
              <a:t>d</a:t>
            </a:r>
            <a:r>
              <a:rPr sz="2900" dirty="0">
                <a:latin typeface="Tw Cen MT"/>
                <a:cs typeface="Tw Cen MT"/>
              </a:rPr>
              <a:t>alone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envi</a:t>
            </a:r>
            <a:r>
              <a:rPr sz="2900" spc="-60" dirty="0">
                <a:latin typeface="Tw Cen MT"/>
                <a:cs typeface="Tw Cen MT"/>
              </a:rPr>
              <a:t>r</a:t>
            </a:r>
            <a:r>
              <a:rPr sz="2900" dirty="0">
                <a:latin typeface="Tw Cen MT"/>
                <a:cs typeface="Tw Cen MT"/>
              </a:rPr>
              <a:t>onment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Links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Spring</a:t>
            </a:r>
            <a:r>
              <a:rPr spc="-25" dirty="0"/>
              <a:t> </a:t>
            </a:r>
            <a:r>
              <a:rPr spc="-20" dirty="0"/>
              <a:t>F</a:t>
            </a:r>
            <a:r>
              <a:rPr spc="-15" dirty="0"/>
              <a:t>r</a:t>
            </a:r>
            <a:r>
              <a:rPr dirty="0"/>
              <a:t>am</a:t>
            </a:r>
            <a:r>
              <a:rPr spc="-20" dirty="0"/>
              <a:t>e</a:t>
            </a:r>
            <a:r>
              <a:rPr spc="-25" dirty="0"/>
              <a:t>w</a:t>
            </a:r>
            <a:r>
              <a:rPr dirty="0"/>
              <a:t>o</a:t>
            </a:r>
            <a:r>
              <a:rPr spc="20" dirty="0"/>
              <a:t>r</a:t>
            </a:r>
            <a:r>
              <a:rPr dirty="0"/>
              <a:t>k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387" y="1557273"/>
            <a:ext cx="7378065" cy="4232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buClr>
                <a:srgbClr val="70685A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500" spc="-20" dirty="0">
                <a:latin typeface="Tw Cen MT"/>
                <a:cs typeface="Tw Cen MT"/>
              </a:rPr>
              <a:t>ma</a:t>
            </a:r>
            <a:r>
              <a:rPr sz="2500" spc="-5" dirty="0">
                <a:latin typeface="Tw Cen MT"/>
                <a:cs typeface="Tw Cen MT"/>
              </a:rPr>
              <a:t>i</a:t>
            </a:r>
            <a:r>
              <a:rPr sz="2500" spc="-15" dirty="0">
                <a:latin typeface="Tw Cen MT"/>
                <a:cs typeface="Tw Cen MT"/>
              </a:rPr>
              <a:t>n</a:t>
            </a:r>
            <a:r>
              <a:rPr sz="2500" spc="-5" dirty="0">
                <a:latin typeface="Tw Cen MT"/>
                <a:cs typeface="Tw Cen MT"/>
              </a:rPr>
              <a:t> </a:t>
            </a:r>
            <a:r>
              <a:rPr sz="2500" spc="-20" dirty="0">
                <a:latin typeface="Tw Cen MT"/>
                <a:cs typeface="Tw Cen MT"/>
              </a:rPr>
              <a:t>f</a:t>
            </a:r>
            <a:r>
              <a:rPr sz="2500" spc="-15" dirty="0">
                <a:latin typeface="Tw Cen MT"/>
                <a:cs typeface="Tw Cen MT"/>
              </a:rPr>
              <a:t>eatures</a:t>
            </a:r>
            <a:endParaRPr sz="2500">
              <a:latin typeface="Tw Cen MT"/>
              <a:cs typeface="Tw Cen MT"/>
            </a:endParaRPr>
          </a:p>
          <a:p>
            <a:pPr marL="332740">
              <a:lnSpc>
                <a:spcPct val="100000"/>
              </a:lnSpc>
              <a:spcBef>
                <a:spcPts val="80"/>
              </a:spcBef>
            </a:pP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p:/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/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sta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t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ic.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springsou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r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c</a:t>
            </a:r>
            <a:r>
              <a:rPr sz="2200" u="heavy" spc="-3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.org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/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s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p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rin</a:t>
            </a:r>
            <a:r>
              <a:rPr sz="2200" u="heavy" spc="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g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-s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curity/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s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it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/fea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ures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.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2"/>
              </a:rPr>
              <a:t>html</a:t>
            </a:r>
            <a:endParaRPr sz="22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85"/>
              </a:spcBef>
              <a:buClr>
                <a:srgbClr val="70685A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500" spc="-15" dirty="0">
                <a:latin typeface="Tw Cen MT"/>
                <a:cs typeface="Tw Cen MT"/>
              </a:rPr>
              <a:t>a</a:t>
            </a:r>
            <a:r>
              <a:rPr sz="2500" spc="25" dirty="0">
                <a:latin typeface="Tw Cen MT"/>
                <a:cs typeface="Tw Cen MT"/>
              </a:rPr>
              <a:t>r</a:t>
            </a:r>
            <a:r>
              <a:rPr sz="2500" spc="-10" dirty="0">
                <a:latin typeface="Tw Cen MT"/>
                <a:cs typeface="Tw Cen MT"/>
              </a:rPr>
              <a:t>ticles</a:t>
            </a:r>
            <a:endParaRPr sz="2500">
              <a:latin typeface="Tw Cen MT"/>
              <a:cs typeface="Tw Cen MT"/>
            </a:endParaRPr>
          </a:p>
          <a:p>
            <a:pPr marL="332740">
              <a:lnSpc>
                <a:spcPct val="100000"/>
              </a:lnSpc>
              <a:spcBef>
                <a:spcPts val="80"/>
              </a:spcBef>
            </a:pP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p:/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/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sta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t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ic.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springsou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r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c</a:t>
            </a:r>
            <a:r>
              <a:rPr sz="2200" u="heavy" spc="-3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.org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/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s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p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rin</a:t>
            </a:r>
            <a:r>
              <a:rPr sz="2200" u="heavy" spc="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g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-s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curity/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s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it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/a</a:t>
            </a:r>
            <a:r>
              <a:rPr sz="2200" u="heavy" spc="4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r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t</a:t>
            </a:r>
            <a:r>
              <a:rPr sz="2200" u="heavy" spc="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i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cle</a:t>
            </a:r>
            <a:r>
              <a:rPr sz="2200" u="heavy" spc="-2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s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.ht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3"/>
              </a:rPr>
              <a:t>ml</a:t>
            </a:r>
            <a:endParaRPr sz="22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70685A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500" spc="-15" dirty="0">
                <a:latin typeface="Tw Cen MT"/>
                <a:cs typeface="Tw Cen MT"/>
              </a:rPr>
              <a:t>refe</a:t>
            </a:r>
            <a:r>
              <a:rPr sz="2500" spc="-20" dirty="0">
                <a:latin typeface="Tw Cen MT"/>
                <a:cs typeface="Tw Cen MT"/>
              </a:rPr>
              <a:t>r</a:t>
            </a:r>
            <a:r>
              <a:rPr sz="2500" spc="-15" dirty="0">
                <a:latin typeface="Tw Cen MT"/>
                <a:cs typeface="Tw Cen MT"/>
              </a:rPr>
              <a:t>ence</a:t>
            </a:r>
            <a:endParaRPr sz="2500">
              <a:latin typeface="Tw Cen MT"/>
              <a:cs typeface="Tw Cen MT"/>
            </a:endParaRPr>
          </a:p>
          <a:p>
            <a:pPr marL="378460" marR="956944">
              <a:lnSpc>
                <a:spcPts val="2110"/>
              </a:lnSpc>
              <a:spcBef>
                <a:spcPts val="595"/>
              </a:spcBef>
            </a:pP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p://sta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t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ic.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springsou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r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c</a:t>
            </a:r>
            <a:r>
              <a:rPr sz="2200" u="heavy" spc="-3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.org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/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s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p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rin</a:t>
            </a:r>
            <a:r>
              <a:rPr sz="2200" u="heavy" spc="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g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-</a:t>
            </a:r>
            <a:r>
              <a:rPr sz="2200" spc="-10" dirty="0">
                <a:solidFill>
                  <a:srgbClr val="E68200"/>
                </a:solidFill>
                <a:latin typeface="Tw Cen MT"/>
                <a:cs typeface="Tw Cen MT"/>
              </a:rPr>
              <a:t> 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sec</a:t>
            </a:r>
            <a:r>
              <a:rPr sz="2200" u="heavy" spc="-2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u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rity/s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it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/d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ocs/3.0.x/referen</a:t>
            </a:r>
            <a:r>
              <a:rPr sz="2200" u="heavy" spc="-2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c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/sp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r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ings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curit</a:t>
            </a:r>
            <a:r>
              <a:rPr sz="2200" u="heavy" spc="-145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y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.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4"/>
              </a:rPr>
              <a:t>html</a:t>
            </a:r>
            <a:endParaRPr sz="22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70685A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500" spc="-15" dirty="0">
                <a:latin typeface="Tw Cen MT"/>
                <a:cs typeface="Tw Cen MT"/>
              </a:rPr>
              <a:t>b</a:t>
            </a:r>
            <a:r>
              <a:rPr sz="2500" spc="-20" dirty="0">
                <a:latin typeface="Tw Cen MT"/>
                <a:cs typeface="Tw Cen MT"/>
              </a:rPr>
              <a:t>log</a:t>
            </a:r>
            <a:endParaRPr sz="2500">
              <a:latin typeface="Tw Cen MT"/>
              <a:cs typeface="Tw Cen MT"/>
            </a:endParaRPr>
          </a:p>
          <a:p>
            <a:pPr marL="378460">
              <a:lnSpc>
                <a:spcPct val="100000"/>
              </a:lnSpc>
              <a:spcBef>
                <a:spcPts val="85"/>
              </a:spcBef>
            </a:pP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p://blo</a:t>
            </a:r>
            <a:r>
              <a:rPr sz="2200" u="heavy" spc="-6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g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.springsource.com/cat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gor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y/s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c</a:t>
            </a:r>
            <a:r>
              <a:rPr sz="2200" u="heavy" spc="-2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u</a:t>
            </a:r>
            <a:r>
              <a:rPr sz="2200" u="heavy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r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it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y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5"/>
              </a:rPr>
              <a:t>/</a:t>
            </a:r>
            <a:endParaRPr sz="22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80"/>
              </a:spcBef>
              <a:buClr>
                <a:srgbClr val="70685A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500" spc="-15" dirty="0">
                <a:latin typeface="Tw Cen MT"/>
                <a:cs typeface="Tw Cen MT"/>
              </a:rPr>
              <a:t>refcardz</a:t>
            </a:r>
            <a:endParaRPr sz="2500">
              <a:latin typeface="Tw Cen MT"/>
              <a:cs typeface="Tw Cen MT"/>
            </a:endParaRPr>
          </a:p>
          <a:p>
            <a:pPr marL="378460" marR="747395">
              <a:lnSpc>
                <a:spcPct val="80000"/>
              </a:lnSpc>
              <a:spcBef>
                <a:spcPts val="615"/>
              </a:spcBef>
            </a:pP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ht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t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p://refcardz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.dzon</a:t>
            </a:r>
            <a:r>
              <a:rPr sz="2200" u="heavy" spc="-3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.com/r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fcardz/</a:t>
            </a:r>
            <a:r>
              <a:rPr sz="2200" u="heavy" spc="-6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e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xpr</a:t>
            </a:r>
            <a:r>
              <a:rPr sz="2200" u="heavy" spc="-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ssio</a:t>
            </a:r>
            <a:r>
              <a:rPr sz="2200" u="heavy" spc="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n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-b</a:t>
            </a:r>
            <a:r>
              <a:rPr sz="2200" u="heavy" spc="-15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ase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d-</a:t>
            </a:r>
            <a:r>
              <a:rPr sz="2200" spc="-10" dirty="0">
                <a:solidFill>
                  <a:srgbClr val="E68200"/>
                </a:solidFill>
                <a:latin typeface="Tw Cen MT"/>
                <a:cs typeface="Tw Cen MT"/>
              </a:rPr>
              <a:t> </a:t>
            </a:r>
            <a:r>
              <a:rPr sz="2200" u="heavy" spc="-10" dirty="0">
                <a:solidFill>
                  <a:srgbClr val="E68200"/>
                </a:solidFill>
                <a:latin typeface="Tw Cen MT"/>
                <a:cs typeface="Tw Cen MT"/>
                <a:hlinkClick r:id="rId6"/>
              </a:rPr>
              <a:t>authorization</a:t>
            </a:r>
            <a:endParaRPr sz="22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124200" y="2057400"/>
            <a:ext cx="3000375" cy="3000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66" y="6315354"/>
            <a:ext cx="1821814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Spring</a:t>
            </a:r>
            <a:r>
              <a:rPr sz="1400" spc="-25" dirty="0">
                <a:solidFill>
                  <a:srgbClr val="3D3C2C"/>
                </a:solidFill>
                <a:latin typeface="Tw Cen MT"/>
                <a:cs typeface="Tw Cen MT"/>
              </a:rPr>
              <a:t> </a:t>
            </a:r>
            <a:r>
              <a:rPr sz="1400" spc="-20" dirty="0">
                <a:solidFill>
                  <a:srgbClr val="3D3C2C"/>
                </a:solidFill>
                <a:latin typeface="Tw Cen MT"/>
                <a:cs typeface="Tw Cen MT"/>
              </a:rPr>
              <a:t>F</a:t>
            </a:r>
            <a:r>
              <a:rPr sz="1400" spc="-15" dirty="0">
                <a:solidFill>
                  <a:srgbClr val="3D3C2C"/>
                </a:solidFill>
                <a:latin typeface="Tw Cen MT"/>
                <a:cs typeface="Tw Cen MT"/>
              </a:rPr>
              <a:t>r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am</a:t>
            </a:r>
            <a:r>
              <a:rPr sz="1400" spc="-20" dirty="0">
                <a:solidFill>
                  <a:srgbClr val="3D3C2C"/>
                </a:solidFill>
                <a:latin typeface="Tw Cen MT"/>
                <a:cs typeface="Tw Cen MT"/>
              </a:rPr>
              <a:t>e</a:t>
            </a:r>
            <a:r>
              <a:rPr sz="1400" spc="-25" dirty="0">
                <a:solidFill>
                  <a:srgbClr val="3D3C2C"/>
                </a:solidFill>
                <a:latin typeface="Tw Cen MT"/>
                <a:cs typeface="Tw Cen MT"/>
              </a:rPr>
              <a:t>w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o</a:t>
            </a:r>
            <a:r>
              <a:rPr sz="1400" spc="20" dirty="0">
                <a:solidFill>
                  <a:srgbClr val="3D3C2C"/>
                </a:solidFill>
                <a:latin typeface="Tw Cen MT"/>
                <a:cs typeface="Tw Cen MT"/>
              </a:rPr>
              <a:t>r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k</a:t>
            </a:r>
            <a:r>
              <a:rPr sz="1400" spc="-25" dirty="0">
                <a:solidFill>
                  <a:srgbClr val="3D3C2C"/>
                </a:solidFill>
                <a:latin typeface="Tw Cen MT"/>
                <a:cs typeface="Tw Cen MT"/>
              </a:rPr>
              <a:t> 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-</a:t>
            </a:r>
            <a:r>
              <a:rPr sz="1400" spc="-5" dirty="0">
                <a:solidFill>
                  <a:srgbClr val="3D3C2C"/>
                </a:solidFill>
                <a:latin typeface="Tw Cen MT"/>
                <a:cs typeface="Tw Cen MT"/>
              </a:rPr>
              <a:t> 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C</a:t>
            </a:r>
            <a:r>
              <a:rPr sz="1400" spc="5" dirty="0">
                <a:solidFill>
                  <a:srgbClr val="3D3C2C"/>
                </a:solidFill>
                <a:latin typeface="Tw Cen MT"/>
                <a:cs typeface="Tw Cen MT"/>
              </a:rPr>
              <a:t>o</a:t>
            </a:r>
            <a:r>
              <a:rPr sz="1400" dirty="0">
                <a:solidFill>
                  <a:srgbClr val="3D3C2C"/>
                </a:solidFill>
                <a:latin typeface="Tw Cen MT"/>
                <a:cs typeface="Tw Cen MT"/>
              </a:rPr>
              <a:t>re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6175628" y="6315354"/>
            <a:ext cx="10477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4342</Words>
  <Application>Microsoft Office PowerPoint</Application>
  <PresentationFormat>On-screen Show (4:3)</PresentationFormat>
  <Paragraphs>894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2" baseType="lpstr">
      <vt:lpstr>Calibri</vt:lpstr>
      <vt:lpstr>Courier New</vt:lpstr>
      <vt:lpstr>Times New Roman</vt:lpstr>
      <vt:lpstr>Tw Cen MT</vt:lpstr>
      <vt:lpstr>Wingdings</vt:lpstr>
      <vt:lpstr>Office Theme</vt:lpstr>
      <vt:lpstr>PowerPoint Presentation</vt:lpstr>
      <vt:lpstr>Application security</vt:lpstr>
      <vt:lpstr>What is Spring Security</vt:lpstr>
      <vt:lpstr>Fundamentals (1)</vt:lpstr>
      <vt:lpstr>Fundamentals (2)</vt:lpstr>
      <vt:lpstr>SecurityContextHolder</vt:lpstr>
      <vt:lpstr>Getting started</vt:lpstr>
      <vt:lpstr>Use case</vt:lpstr>
      <vt:lpstr>Namespace</vt:lpstr>
      <vt:lpstr>PowerPoint Presentation</vt:lpstr>
      <vt:lpstr>Security filter (web.xml)</vt:lpstr>
      <vt:lpstr>Web Security Config</vt:lpstr>
      <vt:lpstr>Security Filter (Java Configuration)</vt:lpstr>
      <vt:lpstr>Filter chain</vt:lpstr>
      <vt:lpstr>Filter chain (2)</vt:lpstr>
      <vt:lpstr>Basic filters</vt:lpstr>
      <vt:lpstr>PowerPoint Presentation</vt:lpstr>
      <vt:lpstr>Authentication variants</vt:lpstr>
      <vt:lpstr>Authentication mechanisms</vt:lpstr>
      <vt:lpstr>Authentication storage</vt:lpstr>
      <vt:lpstr>Fundamentals</vt:lpstr>
      <vt:lpstr>HTML form</vt:lpstr>
      <vt:lpstr>Username-password filter</vt:lpstr>
      <vt:lpstr>Core authentication services</vt:lpstr>
      <vt:lpstr>AuthenticationManager</vt:lpstr>
      <vt:lpstr>AuthenticationProvider</vt:lpstr>
      <vt:lpstr>UserDetailsService</vt:lpstr>
      <vt:lpstr>UserDetails</vt:lpstr>
      <vt:lpstr>Authentication manager</vt:lpstr>
      <vt:lpstr>Authentication provider</vt:lpstr>
      <vt:lpstr>Authentication DB schema</vt:lpstr>
      <vt:lpstr>Password encoding</vt:lpstr>
      <vt:lpstr>Session management</vt:lpstr>
      <vt:lpstr>Logout</vt:lpstr>
      <vt:lpstr>Remember Me authentication</vt:lpstr>
      <vt:lpstr>RememberMe service</vt:lpstr>
      <vt:lpstr>Remember Me shema</vt:lpstr>
      <vt:lpstr>Anonymous authentication</vt:lpstr>
      <vt:lpstr>Authentication with magic tags</vt:lpstr>
      <vt:lpstr>PowerPoint Presentation</vt:lpstr>
      <vt:lpstr>Use case</vt:lpstr>
      <vt:lpstr>Authorization</vt:lpstr>
      <vt:lpstr>Security layers</vt:lpstr>
      <vt:lpstr>Security interceptor (1)</vt:lpstr>
      <vt:lpstr>Security interceptor (2)</vt:lpstr>
      <vt:lpstr>Voting based</vt:lpstr>
      <vt:lpstr>Decision managers</vt:lpstr>
      <vt:lpstr>Decision voter</vt:lpstr>
      <vt:lpstr>Basic expressions</vt:lpstr>
      <vt:lpstr>PowerPoint Presentation</vt:lpstr>
      <vt:lpstr>Web authorization</vt:lpstr>
      <vt:lpstr>WEB authorization with magic tags</vt:lpstr>
      <vt:lpstr>WEB authorization</vt:lpstr>
      <vt:lpstr>Custom expression root</vt:lpstr>
      <vt:lpstr>Custom expression handler</vt:lpstr>
      <vt:lpstr>PowerPoint Presentation</vt:lpstr>
      <vt:lpstr>Method authorization</vt:lpstr>
      <vt:lpstr>Configuration</vt:lpstr>
      <vt:lpstr>Annotation driven (voting)</vt:lpstr>
      <vt:lpstr>Annotation driven (expression)</vt:lpstr>
      <vt:lpstr>XML driven authorization (1)</vt:lpstr>
      <vt:lpstr>XML driven authorization (2)</vt:lpstr>
      <vt:lpstr>PowerPoint Presentation</vt:lpstr>
      <vt:lpstr>ACL DB scheme</vt:lpstr>
      <vt:lpstr>PowerPoint Presentation</vt:lpstr>
      <vt:lpstr>Basic classes</vt:lpstr>
      <vt:lpstr>Basic ACL services</vt:lpstr>
      <vt:lpstr>Permissions</vt:lpstr>
      <vt:lpstr>PowerPoint Presentation</vt:lpstr>
      <vt:lpstr>Configuration (voting)</vt:lpstr>
      <vt:lpstr>@Secured</vt:lpstr>
      <vt:lpstr>Configuration (expressions)</vt:lpstr>
      <vt:lpstr>Permission evaluator</vt:lpstr>
      <vt:lpstr>@PreAuthorize</vt:lpstr>
      <vt:lpstr>@PreFilter</vt:lpstr>
      <vt:lpstr>PowerPoint Presentation</vt:lpstr>
      <vt:lpstr>RunAsManager</vt:lpstr>
      <vt:lpstr>RunAs configuration (1)</vt:lpstr>
      <vt:lpstr>RunAs configuration (2)</vt:lpstr>
      <vt:lpstr>After invocation</vt:lpstr>
      <vt:lpstr>Basic services</vt:lpstr>
      <vt:lpstr>Configuration</vt:lpstr>
      <vt:lpstr>@Post</vt:lpstr>
      <vt:lpstr>PowerPoint Presentation</vt:lpstr>
      <vt:lpstr>Authentication</vt:lpstr>
      <vt:lpstr>Authorize (1)</vt:lpstr>
      <vt:lpstr>Authorize (2)</vt:lpstr>
      <vt:lpstr>Authorize (3)</vt:lpstr>
      <vt:lpstr>PowerPoint Presentation</vt:lpstr>
      <vt:lpstr>PowerPoint Presentation</vt:lpstr>
      <vt:lpstr>Separation of concerns</vt:lpstr>
      <vt:lpstr>Flexibility</vt:lpstr>
      <vt:lpstr>Portability</vt:lpstr>
      <vt:lpstr>Links</vt:lpstr>
      <vt:lpstr>Questions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framework</dc:title>
  <dc:creator>Shantanu Banerjee</dc:creator>
  <cp:lastModifiedBy>Shantanu Banerjee</cp:lastModifiedBy>
  <cp:revision>15</cp:revision>
  <dcterms:created xsi:type="dcterms:W3CDTF">2014-12-31T19:51:09Z</dcterms:created>
  <dcterms:modified xsi:type="dcterms:W3CDTF">2020-08-23T10:25:47Z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2012-03-14T00:00:00Z</vt:filetime>
  </property>
  <property fmtid="{D5CDD505-2E9C-101B-9397-08002B2CF9AE}" pid="3" name="LastSaved">
    <vt:filetime>2014-12-31T00:00:00Z</vt:filetime>
  </property>
</Properties>
</file>